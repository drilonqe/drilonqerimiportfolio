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77" r:id="rId3"/>
    <p:sldId id="305" r:id="rId4"/>
    <p:sldId id="295" r:id="rId5"/>
    <p:sldId id="319" r:id="rId6"/>
    <p:sldId id="322" r:id="rId7"/>
    <p:sldId id="279" r:id="rId8"/>
    <p:sldId id="278" r:id="rId9"/>
    <p:sldId id="320" r:id="rId10"/>
    <p:sldId id="321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00240-CE1A-B444-8369-CF5588FB40D9}" v="8" dt="2026-03-02T13:47:52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96" d="100"/>
          <a:sy n="96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era, Peter-Michael" userId="S::osera@grinnell.edu::90445edc-0a63-48ed-aba1-7e7e8c59d194" providerId="AD" clId="Web-{7559D9CE-4ED8-CAB9-8F2E-3A24BED20756}"/>
    <pc:docChg chg="addSld delSld modSld sldOrd">
      <pc:chgData name="Osera, Peter-Michael" userId="S::osera@grinnell.edu::90445edc-0a63-48ed-aba1-7e7e8c59d194" providerId="AD" clId="Web-{7559D9CE-4ED8-CAB9-8F2E-3A24BED20756}" dt="2025-09-15T12:54:37.833" v="1539" actId="20577"/>
      <pc:docMkLst>
        <pc:docMk/>
      </pc:docMkLst>
      <pc:sldChg chg="modSp">
        <pc:chgData name="Osera, Peter-Michael" userId="S::osera@grinnell.edu::90445edc-0a63-48ed-aba1-7e7e8c59d194" providerId="AD" clId="Web-{7559D9CE-4ED8-CAB9-8F2E-3A24BED20756}" dt="2025-09-15T12:25:57.737" v="0" actId="20577"/>
        <pc:sldMkLst>
          <pc:docMk/>
          <pc:sldMk cId="3366898370" sldId="269"/>
        </pc:sldMkLst>
      </pc:sldChg>
      <pc:sldChg chg="del">
        <pc:chgData name="Osera, Peter-Michael" userId="S::osera@grinnell.edu::90445edc-0a63-48ed-aba1-7e7e8c59d194" providerId="AD" clId="Web-{7559D9CE-4ED8-CAB9-8F2E-3A24BED20756}" dt="2025-09-15T12:26:00.550" v="2"/>
        <pc:sldMkLst>
          <pc:docMk/>
          <pc:sldMk cId="3236030729" sldId="275"/>
        </pc:sldMkLst>
      </pc:sldChg>
      <pc:sldChg chg="del">
        <pc:chgData name="Osera, Peter-Michael" userId="S::osera@grinnell.edu::90445edc-0a63-48ed-aba1-7e7e8c59d194" providerId="AD" clId="Web-{7559D9CE-4ED8-CAB9-8F2E-3A24BED20756}" dt="2025-09-15T12:25:59.440" v="1"/>
        <pc:sldMkLst>
          <pc:docMk/>
          <pc:sldMk cId="919553883" sldId="276"/>
        </pc:sldMkLst>
      </pc:sldChg>
      <pc:sldChg chg="modSp">
        <pc:chgData name="Osera, Peter-Michael" userId="S::osera@grinnell.edu::90445edc-0a63-48ed-aba1-7e7e8c59d194" providerId="AD" clId="Web-{7559D9CE-4ED8-CAB9-8F2E-3A24BED20756}" dt="2025-09-15T12:47:03.862" v="1503" actId="20577"/>
        <pc:sldMkLst>
          <pc:docMk/>
          <pc:sldMk cId="4290934021" sldId="277"/>
        </pc:sldMkLst>
      </pc:sldChg>
      <pc:sldChg chg="modSp ord delAnim">
        <pc:chgData name="Osera, Peter-Michael" userId="S::osera@grinnell.edu::90445edc-0a63-48ed-aba1-7e7e8c59d194" providerId="AD" clId="Web-{7559D9CE-4ED8-CAB9-8F2E-3A24BED20756}" dt="2025-09-15T12:46:21.393" v="1446"/>
        <pc:sldMkLst>
          <pc:docMk/>
          <pc:sldMk cId="1497755310" sldId="278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99" v="1443"/>
        <pc:sldMkLst>
          <pc:docMk/>
          <pc:sldMk cId="1674227849" sldId="279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99" v="1445"/>
        <pc:sldMkLst>
          <pc:docMk/>
          <pc:sldMk cId="885856844" sldId="280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99" v="1442"/>
        <pc:sldMkLst>
          <pc:docMk/>
          <pc:sldMk cId="4210201057" sldId="282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83" v="1441"/>
        <pc:sldMkLst>
          <pc:docMk/>
          <pc:sldMk cId="4123150192" sldId="283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83" v="1440"/>
        <pc:sldMkLst>
          <pc:docMk/>
          <pc:sldMk cId="2047074440" sldId="284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99" v="1444"/>
        <pc:sldMkLst>
          <pc:docMk/>
          <pc:sldMk cId="1493170126" sldId="285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83" v="1439"/>
        <pc:sldMkLst>
          <pc:docMk/>
          <pc:sldMk cId="3488208123" sldId="286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83" v="1438"/>
        <pc:sldMkLst>
          <pc:docMk/>
          <pc:sldMk cId="2803850654" sldId="287"/>
        </pc:sldMkLst>
      </pc:sldChg>
      <pc:sldChg chg="del">
        <pc:chgData name="Osera, Peter-Michael" userId="S::osera@grinnell.edu::90445edc-0a63-48ed-aba1-7e7e8c59d194" providerId="AD" clId="Web-{7559D9CE-4ED8-CAB9-8F2E-3A24BED20756}" dt="2025-09-15T12:45:56.783" v="1437"/>
        <pc:sldMkLst>
          <pc:docMk/>
          <pc:sldMk cId="2112059681" sldId="289"/>
        </pc:sldMkLst>
      </pc:sldChg>
      <pc:sldChg chg="modSp new">
        <pc:chgData name="Osera, Peter-Michael" userId="S::osera@grinnell.edu::90445edc-0a63-48ed-aba1-7e7e8c59d194" providerId="AD" clId="Web-{7559D9CE-4ED8-CAB9-8F2E-3A24BED20756}" dt="2025-09-15T12:32:15.319" v="607" actId="20577"/>
        <pc:sldMkLst>
          <pc:docMk/>
          <pc:sldMk cId="5708271" sldId="290"/>
        </pc:sldMkLst>
      </pc:sldChg>
      <pc:sldChg chg="modSp new">
        <pc:chgData name="Osera, Peter-Michael" userId="S::osera@grinnell.edu::90445edc-0a63-48ed-aba1-7e7e8c59d194" providerId="AD" clId="Web-{7559D9CE-4ED8-CAB9-8F2E-3A24BED20756}" dt="2025-09-15T12:35:15.710" v="845" actId="20577"/>
        <pc:sldMkLst>
          <pc:docMk/>
          <pc:sldMk cId="1820096326" sldId="291"/>
        </pc:sldMkLst>
      </pc:sldChg>
      <pc:sldChg chg="modSp new">
        <pc:chgData name="Osera, Peter-Michael" userId="S::osera@grinnell.edu::90445edc-0a63-48ed-aba1-7e7e8c59d194" providerId="AD" clId="Web-{7559D9CE-4ED8-CAB9-8F2E-3A24BED20756}" dt="2025-09-15T12:41:38.514" v="1381" actId="20577"/>
        <pc:sldMkLst>
          <pc:docMk/>
          <pc:sldMk cId="1044856473" sldId="292"/>
        </pc:sldMkLst>
      </pc:sldChg>
      <pc:sldChg chg="modSp new">
        <pc:chgData name="Osera, Peter-Michael" userId="S::osera@grinnell.edu::90445edc-0a63-48ed-aba1-7e7e8c59d194" providerId="AD" clId="Web-{7559D9CE-4ED8-CAB9-8F2E-3A24BED20756}" dt="2025-09-15T12:54:30.130" v="1536" actId="20577"/>
        <pc:sldMkLst>
          <pc:docMk/>
          <pc:sldMk cId="578436196" sldId="293"/>
        </pc:sldMkLst>
      </pc:sldChg>
      <pc:sldChg chg="new del">
        <pc:chgData name="Osera, Peter-Michael" userId="S::osera@grinnell.edu::90445edc-0a63-48ed-aba1-7e7e8c59d194" providerId="AD" clId="Web-{7559D9CE-4ED8-CAB9-8F2E-3A24BED20756}" dt="2025-09-15T12:42:05.561" v="1383"/>
        <pc:sldMkLst>
          <pc:docMk/>
          <pc:sldMk cId="2036891413" sldId="293"/>
        </pc:sldMkLst>
      </pc:sldChg>
      <pc:sldChg chg="modSp new del">
        <pc:chgData name="Osera, Peter-Michael" userId="S::osera@grinnell.edu::90445edc-0a63-48ed-aba1-7e7e8c59d194" providerId="AD" clId="Web-{7559D9CE-4ED8-CAB9-8F2E-3A24BED20756}" dt="2025-09-15T12:44:51.751" v="1408"/>
        <pc:sldMkLst>
          <pc:docMk/>
          <pc:sldMk cId="651932359" sldId="294"/>
        </pc:sldMkLst>
      </pc:sldChg>
      <pc:sldChg chg="modSp new">
        <pc:chgData name="Osera, Peter-Michael" userId="S::osera@grinnell.edu::90445edc-0a63-48ed-aba1-7e7e8c59d194" providerId="AD" clId="Web-{7559D9CE-4ED8-CAB9-8F2E-3A24BED20756}" dt="2025-09-15T12:54:37.833" v="1539" actId="20577"/>
        <pc:sldMkLst>
          <pc:docMk/>
          <pc:sldMk cId="3328251515" sldId="294"/>
        </pc:sldMkLst>
      </pc:sldChg>
      <pc:sldChg chg="modSp new">
        <pc:chgData name="Osera, Peter-Michael" userId="S::osera@grinnell.edu::90445edc-0a63-48ed-aba1-7e7e8c59d194" providerId="AD" clId="Web-{7559D9CE-4ED8-CAB9-8F2E-3A24BED20756}" dt="2025-09-15T12:54:25.490" v="1535" actId="20577"/>
        <pc:sldMkLst>
          <pc:docMk/>
          <pc:sldMk cId="3259898676" sldId="295"/>
        </pc:sldMkLst>
      </pc:sldChg>
    </pc:docChg>
  </pc:docChgLst>
  <pc:docChgLst>
    <pc:chgData name="Osera, Peter-Michael" userId="90445edc-0a63-48ed-aba1-7e7e8c59d194" providerId="ADAL" clId="{7CD04BE3-979E-D646-9433-D9845A0F0698}"/>
    <pc:docChg chg="custSel addSld delSld modSld">
      <pc:chgData name="Osera, Peter-Michael" userId="90445edc-0a63-48ed-aba1-7e7e8c59d194" providerId="ADAL" clId="{7CD04BE3-979E-D646-9433-D9845A0F0698}" dt="2025-09-19T13:16:37.367" v="1287" actId="20577"/>
      <pc:docMkLst>
        <pc:docMk/>
      </pc:docMkLst>
      <pc:sldChg chg="modSp mod">
        <pc:chgData name="Osera, Peter-Michael" userId="90445edc-0a63-48ed-aba1-7e7e8c59d194" providerId="ADAL" clId="{7CD04BE3-979E-D646-9433-D9845A0F0698}" dt="2025-09-19T12:39:01.651" v="31" actId="20577"/>
        <pc:sldMkLst>
          <pc:docMk/>
          <pc:sldMk cId="3366898370" sldId="269"/>
        </pc:sldMkLst>
      </pc:sldChg>
      <pc:sldChg chg="del">
        <pc:chgData name="Osera, Peter-Michael" userId="90445edc-0a63-48ed-aba1-7e7e8c59d194" providerId="ADAL" clId="{7CD04BE3-979E-D646-9433-D9845A0F0698}" dt="2025-09-19T12:39:07.982" v="33" actId="2696"/>
        <pc:sldMkLst>
          <pc:docMk/>
          <pc:sldMk cId="4290934021" sldId="277"/>
        </pc:sldMkLst>
      </pc:sldChg>
      <pc:sldChg chg="del">
        <pc:chgData name="Osera, Peter-Michael" userId="90445edc-0a63-48ed-aba1-7e7e8c59d194" providerId="ADAL" clId="{7CD04BE3-979E-D646-9433-D9845A0F0698}" dt="2025-09-19T12:39:03.145" v="32" actId="2696"/>
        <pc:sldMkLst>
          <pc:docMk/>
          <pc:sldMk cId="1497755310" sldId="278"/>
        </pc:sldMkLst>
      </pc:sldChg>
      <pc:sldChg chg="del">
        <pc:chgData name="Osera, Peter-Michael" userId="90445edc-0a63-48ed-aba1-7e7e8c59d194" providerId="ADAL" clId="{7CD04BE3-979E-D646-9433-D9845A0F0698}" dt="2025-09-19T12:39:07.989" v="34" actId="2696"/>
        <pc:sldMkLst>
          <pc:docMk/>
          <pc:sldMk cId="5708271" sldId="290"/>
        </pc:sldMkLst>
      </pc:sldChg>
      <pc:sldChg chg="modSp mod">
        <pc:chgData name="Osera, Peter-Michael" userId="90445edc-0a63-48ed-aba1-7e7e8c59d194" providerId="ADAL" clId="{7CD04BE3-979E-D646-9433-D9845A0F0698}" dt="2025-09-19T12:41:32.183" v="514" actId="20577"/>
        <pc:sldMkLst>
          <pc:docMk/>
          <pc:sldMk cId="1820096326" sldId="291"/>
        </pc:sldMkLst>
      </pc:sldChg>
      <pc:sldChg chg="del">
        <pc:chgData name="Osera, Peter-Michael" userId="90445edc-0a63-48ed-aba1-7e7e8c59d194" providerId="ADAL" clId="{7CD04BE3-979E-D646-9433-D9845A0F0698}" dt="2025-09-19T12:40:23.137" v="252" actId="2696"/>
        <pc:sldMkLst>
          <pc:docMk/>
          <pc:sldMk cId="1044856473" sldId="292"/>
        </pc:sldMkLst>
      </pc:sldChg>
      <pc:sldChg chg="del">
        <pc:chgData name="Osera, Peter-Michael" userId="90445edc-0a63-48ed-aba1-7e7e8c59d194" providerId="ADAL" clId="{7CD04BE3-979E-D646-9433-D9845A0F0698}" dt="2025-09-19T12:40:23.136" v="251" actId="2696"/>
        <pc:sldMkLst>
          <pc:docMk/>
          <pc:sldMk cId="578436196" sldId="293"/>
        </pc:sldMkLst>
      </pc:sldChg>
      <pc:sldChg chg="modSp mod">
        <pc:chgData name="Osera, Peter-Michael" userId="90445edc-0a63-48ed-aba1-7e7e8c59d194" providerId="ADAL" clId="{7CD04BE3-979E-D646-9433-D9845A0F0698}" dt="2025-09-19T12:41:21.801" v="498" actId="20577"/>
        <pc:sldMkLst>
          <pc:docMk/>
          <pc:sldMk cId="3328251515" sldId="294"/>
        </pc:sldMkLst>
      </pc:sldChg>
      <pc:sldChg chg="addSp modSp new mod">
        <pc:chgData name="Osera, Peter-Michael" userId="90445edc-0a63-48ed-aba1-7e7e8c59d194" providerId="ADAL" clId="{7CD04BE3-979E-D646-9433-D9845A0F0698}" dt="2025-09-19T13:16:37.367" v="1287" actId="20577"/>
        <pc:sldMkLst>
          <pc:docMk/>
          <pc:sldMk cId="1214910155" sldId="295"/>
        </pc:sldMkLst>
      </pc:sldChg>
      <pc:sldChg chg="del">
        <pc:chgData name="Osera, Peter-Michael" userId="90445edc-0a63-48ed-aba1-7e7e8c59d194" providerId="ADAL" clId="{7CD04BE3-979E-D646-9433-D9845A0F0698}" dt="2025-09-19T12:40:23.138" v="253" actId="2696"/>
        <pc:sldMkLst>
          <pc:docMk/>
          <pc:sldMk cId="3259898676" sldId="295"/>
        </pc:sldMkLst>
      </pc:sldChg>
      <pc:sldChg chg="modSp new mod">
        <pc:chgData name="Osera, Peter-Michael" userId="90445edc-0a63-48ed-aba1-7e7e8c59d194" providerId="ADAL" clId="{7CD04BE3-979E-D646-9433-D9845A0F0698}" dt="2025-09-19T12:45:46.923" v="1152" actId="20577"/>
        <pc:sldMkLst>
          <pc:docMk/>
          <pc:sldMk cId="3494448267" sldId="296"/>
        </pc:sldMkLst>
      </pc:sldChg>
    </pc:docChg>
  </pc:docChgLst>
  <pc:docChgLst>
    <pc:chgData name="Osera, Peter-Michael" userId="90445edc-0a63-48ed-aba1-7e7e8c59d194" providerId="ADAL" clId="{D4DBAF45-719E-5784-BACC-8724729E1F8C}"/>
    <pc:docChg chg="undo custSel addSld delSld modSld">
      <pc:chgData name="Osera, Peter-Michael" userId="90445edc-0a63-48ed-aba1-7e7e8c59d194" providerId="ADAL" clId="{D4DBAF45-719E-5784-BACC-8724729E1F8C}" dt="2025-09-08T12:56:54.733" v="2206" actId="5793"/>
      <pc:docMkLst>
        <pc:docMk/>
      </pc:docMkLst>
      <pc:sldChg chg="del">
        <pc:chgData name="Osera, Peter-Michael" userId="90445edc-0a63-48ed-aba1-7e7e8c59d194" providerId="ADAL" clId="{D4DBAF45-719E-5784-BACC-8724729E1F8C}" dt="2025-09-08T12:34:41.985" v="44" actId="2696"/>
        <pc:sldMkLst>
          <pc:docMk/>
          <pc:sldMk cId="2576693694" sldId="256"/>
        </pc:sldMkLst>
      </pc:sldChg>
      <pc:sldChg chg="add del">
        <pc:chgData name="Osera, Peter-Michael" userId="90445edc-0a63-48ed-aba1-7e7e8c59d194" providerId="ADAL" clId="{D4DBAF45-719E-5784-BACC-8724729E1F8C}" dt="2025-09-08T12:34:51.832" v="56" actId="2696"/>
        <pc:sldMkLst>
          <pc:docMk/>
          <pc:sldMk cId="749374041" sldId="257"/>
        </pc:sldMkLst>
      </pc:sldChg>
      <pc:sldChg chg="add del">
        <pc:chgData name="Osera, Peter-Michael" userId="90445edc-0a63-48ed-aba1-7e7e8c59d194" providerId="ADAL" clId="{D4DBAF45-719E-5784-BACC-8724729E1F8C}" dt="2025-09-08T12:34:55.033" v="57" actId="2696"/>
        <pc:sldMkLst>
          <pc:docMk/>
          <pc:sldMk cId="1274974073" sldId="258"/>
        </pc:sldMkLst>
      </pc:sldChg>
      <pc:sldChg chg="add del">
        <pc:chgData name="Osera, Peter-Michael" userId="90445edc-0a63-48ed-aba1-7e7e8c59d194" providerId="ADAL" clId="{D4DBAF45-719E-5784-BACC-8724729E1F8C}" dt="2025-09-08T12:34:58.445" v="60" actId="2696"/>
        <pc:sldMkLst>
          <pc:docMk/>
          <pc:sldMk cId="2928867058" sldId="259"/>
        </pc:sldMkLst>
      </pc:sldChg>
      <pc:sldChg chg="add del">
        <pc:chgData name="Osera, Peter-Michael" userId="90445edc-0a63-48ed-aba1-7e7e8c59d194" providerId="ADAL" clId="{D4DBAF45-719E-5784-BACC-8724729E1F8C}" dt="2025-09-08T12:34:57.393" v="59" actId="2696"/>
        <pc:sldMkLst>
          <pc:docMk/>
          <pc:sldMk cId="1177934278" sldId="260"/>
        </pc:sldMkLst>
      </pc:sldChg>
      <pc:sldChg chg="del">
        <pc:chgData name="Osera, Peter-Michael" userId="90445edc-0a63-48ed-aba1-7e7e8c59d194" providerId="ADAL" clId="{D4DBAF45-719E-5784-BACC-8724729E1F8C}" dt="2025-09-08T12:34:55.509" v="58" actId="2696"/>
        <pc:sldMkLst>
          <pc:docMk/>
          <pc:sldMk cId="4265467695" sldId="261"/>
        </pc:sldMkLst>
      </pc:sldChg>
      <pc:sldChg chg="del">
        <pc:chgData name="Osera, Peter-Michael" userId="90445edc-0a63-48ed-aba1-7e7e8c59d194" providerId="ADAL" clId="{D4DBAF45-719E-5784-BACC-8724729E1F8C}" dt="2025-09-08T12:35:05.121" v="61" actId="2696"/>
        <pc:sldMkLst>
          <pc:docMk/>
          <pc:sldMk cId="2064710650" sldId="262"/>
        </pc:sldMkLst>
      </pc:sldChg>
      <pc:sldChg chg="del">
        <pc:chgData name="Osera, Peter-Michael" userId="90445edc-0a63-48ed-aba1-7e7e8c59d194" providerId="ADAL" clId="{D4DBAF45-719E-5784-BACC-8724729E1F8C}" dt="2025-09-08T12:35:05.127" v="62" actId="2696"/>
        <pc:sldMkLst>
          <pc:docMk/>
          <pc:sldMk cId="3185647520" sldId="263"/>
        </pc:sldMkLst>
      </pc:sldChg>
      <pc:sldChg chg="del">
        <pc:chgData name="Osera, Peter-Michael" userId="90445edc-0a63-48ed-aba1-7e7e8c59d194" providerId="ADAL" clId="{D4DBAF45-719E-5784-BACC-8724729E1F8C}" dt="2025-09-08T12:35:05.135" v="66" actId="2696"/>
        <pc:sldMkLst>
          <pc:docMk/>
          <pc:sldMk cId="779281621" sldId="264"/>
        </pc:sldMkLst>
      </pc:sldChg>
      <pc:sldChg chg="del">
        <pc:chgData name="Osera, Peter-Michael" userId="90445edc-0a63-48ed-aba1-7e7e8c59d194" providerId="ADAL" clId="{D4DBAF45-719E-5784-BACC-8724729E1F8C}" dt="2025-09-08T12:35:05.128" v="65" actId="2696"/>
        <pc:sldMkLst>
          <pc:docMk/>
          <pc:sldMk cId="2753263966" sldId="265"/>
        </pc:sldMkLst>
      </pc:sldChg>
      <pc:sldChg chg="del">
        <pc:chgData name="Osera, Peter-Michael" userId="90445edc-0a63-48ed-aba1-7e7e8c59d194" providerId="ADAL" clId="{D4DBAF45-719E-5784-BACC-8724729E1F8C}" dt="2025-09-08T12:35:05.138" v="67" actId="2696"/>
        <pc:sldMkLst>
          <pc:docMk/>
          <pc:sldMk cId="2593514580" sldId="266"/>
        </pc:sldMkLst>
      </pc:sldChg>
      <pc:sldChg chg="del">
        <pc:chgData name="Osera, Peter-Michael" userId="90445edc-0a63-48ed-aba1-7e7e8c59d194" providerId="ADAL" clId="{D4DBAF45-719E-5784-BACC-8724729E1F8C}" dt="2025-09-08T12:35:05.128" v="64" actId="2696"/>
        <pc:sldMkLst>
          <pc:docMk/>
          <pc:sldMk cId="1804161639" sldId="267"/>
        </pc:sldMkLst>
      </pc:sldChg>
      <pc:sldChg chg="del">
        <pc:chgData name="Osera, Peter-Michael" userId="90445edc-0a63-48ed-aba1-7e7e8c59d194" providerId="ADAL" clId="{D4DBAF45-719E-5784-BACC-8724729E1F8C}" dt="2025-09-08T12:35:05.127" v="63" actId="2696"/>
        <pc:sldMkLst>
          <pc:docMk/>
          <pc:sldMk cId="105613982" sldId="268"/>
        </pc:sldMkLst>
      </pc:sldChg>
      <pc:sldChg chg="modSp mod">
        <pc:chgData name="Osera, Peter-Michael" userId="90445edc-0a63-48ed-aba1-7e7e8c59d194" providerId="ADAL" clId="{D4DBAF45-719E-5784-BACC-8724729E1F8C}" dt="2025-09-08T12:34:39.311" v="43" actId="20577"/>
        <pc:sldMkLst>
          <pc:docMk/>
          <pc:sldMk cId="3366898370" sldId="269"/>
        </pc:sldMkLst>
      </pc:sldChg>
      <pc:sldChg chg="modSp new mod">
        <pc:chgData name="Osera, Peter-Michael" userId="90445edc-0a63-48ed-aba1-7e7e8c59d194" providerId="ADAL" clId="{D4DBAF45-719E-5784-BACC-8724729E1F8C}" dt="2025-09-08T12:56:21.882" v="2119" actId="20577"/>
        <pc:sldMkLst>
          <pc:docMk/>
          <pc:sldMk cId="214397117" sldId="270"/>
        </pc:sldMkLst>
      </pc:sldChg>
      <pc:sldChg chg="del">
        <pc:chgData name="Osera, Peter-Michael" userId="90445edc-0a63-48ed-aba1-7e7e8c59d194" providerId="ADAL" clId="{D4DBAF45-719E-5784-BACC-8724729E1F8C}" dt="2025-09-08T12:34:41.990" v="45" actId="2696"/>
        <pc:sldMkLst>
          <pc:docMk/>
          <pc:sldMk cId="3013244699" sldId="270"/>
        </pc:sldMkLst>
      </pc:sldChg>
      <pc:sldChg chg="addSp modSp new mod modClrScheme chgLayout">
        <pc:chgData name="Osera, Peter-Michael" userId="90445edc-0a63-48ed-aba1-7e7e8c59d194" providerId="ADAL" clId="{D4DBAF45-719E-5784-BACC-8724729E1F8C}" dt="2025-09-08T12:44:12.636" v="863" actId="20577"/>
        <pc:sldMkLst>
          <pc:docMk/>
          <pc:sldMk cId="1736283398" sldId="271"/>
        </pc:sldMkLst>
      </pc:sldChg>
      <pc:sldChg chg="del">
        <pc:chgData name="Osera, Peter-Michael" userId="90445edc-0a63-48ed-aba1-7e7e8c59d194" providerId="ADAL" clId="{D4DBAF45-719E-5784-BACC-8724729E1F8C}" dt="2025-09-08T12:34:43.375" v="46" actId="2696"/>
        <pc:sldMkLst>
          <pc:docMk/>
          <pc:sldMk cId="3684457872" sldId="271"/>
        </pc:sldMkLst>
      </pc:sldChg>
      <pc:sldChg chg="addSp delSp modSp new mod modClrScheme chgLayout">
        <pc:chgData name="Osera, Peter-Michael" userId="90445edc-0a63-48ed-aba1-7e7e8c59d194" providerId="ADAL" clId="{D4DBAF45-719E-5784-BACC-8724729E1F8C}" dt="2025-09-08T12:50:52.298" v="1311" actId="20577"/>
        <pc:sldMkLst>
          <pc:docMk/>
          <pc:sldMk cId="1004526692" sldId="272"/>
        </pc:sldMkLst>
      </pc:sldChg>
      <pc:sldChg chg="del">
        <pc:chgData name="Osera, Peter-Michael" userId="90445edc-0a63-48ed-aba1-7e7e8c59d194" providerId="ADAL" clId="{D4DBAF45-719E-5784-BACC-8724729E1F8C}" dt="2025-09-08T12:34:44.401" v="47" actId="2696"/>
        <pc:sldMkLst>
          <pc:docMk/>
          <pc:sldMk cId="2489828635" sldId="272"/>
        </pc:sldMkLst>
      </pc:sldChg>
      <pc:sldChg chg="del">
        <pc:chgData name="Osera, Peter-Michael" userId="90445edc-0a63-48ed-aba1-7e7e8c59d194" providerId="ADAL" clId="{D4DBAF45-719E-5784-BACC-8724729E1F8C}" dt="2025-09-08T12:34:45.424" v="48" actId="2696"/>
        <pc:sldMkLst>
          <pc:docMk/>
          <pc:sldMk cId="1198500414" sldId="273"/>
        </pc:sldMkLst>
      </pc:sldChg>
      <pc:sldChg chg="new del">
        <pc:chgData name="Osera, Peter-Michael" userId="90445edc-0a63-48ed-aba1-7e7e8c59d194" providerId="ADAL" clId="{D4DBAF45-719E-5784-BACC-8724729E1F8C}" dt="2025-09-08T12:44:55.554" v="865" actId="2696"/>
        <pc:sldMkLst>
          <pc:docMk/>
          <pc:sldMk cId="2138135172" sldId="273"/>
        </pc:sldMkLst>
      </pc:sldChg>
      <pc:sldChg chg="modSp new mod">
        <pc:chgData name="Osera, Peter-Michael" userId="90445edc-0a63-48ed-aba1-7e7e8c59d194" providerId="ADAL" clId="{D4DBAF45-719E-5784-BACC-8724729E1F8C}" dt="2025-09-08T12:56:07.420" v="2102" actId="20577"/>
        <pc:sldMkLst>
          <pc:docMk/>
          <pc:sldMk cId="3474594348" sldId="273"/>
        </pc:sldMkLst>
      </pc:sldChg>
      <pc:sldChg chg="modSp new mod">
        <pc:chgData name="Osera, Peter-Michael" userId="90445edc-0a63-48ed-aba1-7e7e8c59d194" providerId="ADAL" clId="{D4DBAF45-719E-5784-BACC-8724729E1F8C}" dt="2025-09-08T12:56:54.733" v="2206" actId="5793"/>
        <pc:sldMkLst>
          <pc:docMk/>
          <pc:sldMk cId="2002510537" sldId="274"/>
        </pc:sldMkLst>
      </pc:sldChg>
    </pc:docChg>
  </pc:docChgLst>
  <pc:docChgLst>
    <pc:chgData name="Osera, Peter-Michael" userId="90445edc-0a63-48ed-aba1-7e7e8c59d194" providerId="ADAL" clId="{4CF96F90-B24D-EA4B-B2F3-C89C362CCF05}"/>
    <pc:docChg chg="undo custSel addSld delSld modSld sldOrd">
      <pc:chgData name="Osera, Peter-Michael" userId="90445edc-0a63-48ed-aba1-7e7e8c59d194" providerId="ADAL" clId="{4CF96F90-B24D-EA4B-B2F3-C89C362CCF05}" dt="2025-09-26T12:38:52.573" v="5116"/>
      <pc:docMkLst>
        <pc:docMk/>
      </pc:docMkLst>
      <pc:sldChg chg="modSp mod">
        <pc:chgData name="Osera, Peter-Michael" userId="90445edc-0a63-48ed-aba1-7e7e8c59d194" providerId="ADAL" clId="{4CF96F90-B24D-EA4B-B2F3-C89C362CCF05}" dt="2025-09-24T02:17:50.448" v="17" actId="20577"/>
        <pc:sldMkLst>
          <pc:docMk/>
          <pc:sldMk cId="3366898370" sldId="269"/>
        </pc:sldMkLst>
      </pc:sldChg>
      <pc:sldChg chg="modSp mod">
        <pc:chgData name="Osera, Peter-Michael" userId="90445edc-0a63-48ed-aba1-7e7e8c59d194" providerId="ADAL" clId="{4CF96F90-B24D-EA4B-B2F3-C89C362CCF05}" dt="2025-09-24T12:44:49.324" v="354" actId="20577"/>
        <pc:sldMkLst>
          <pc:docMk/>
          <pc:sldMk cId="4290934021" sldId="277"/>
        </pc:sldMkLst>
      </pc:sldChg>
      <pc:sldChg chg="del">
        <pc:chgData name="Osera, Peter-Michael" userId="90445edc-0a63-48ed-aba1-7e7e8c59d194" providerId="ADAL" clId="{4CF96F90-B24D-EA4B-B2F3-C89C362CCF05}" dt="2025-09-24T02:42:41.585" v="201" actId="2696"/>
        <pc:sldMkLst>
          <pc:docMk/>
          <pc:sldMk cId="1497755310" sldId="278"/>
        </pc:sldMkLst>
      </pc:sldChg>
      <pc:sldChg chg="del">
        <pc:chgData name="Osera, Peter-Michael" userId="90445edc-0a63-48ed-aba1-7e7e8c59d194" providerId="ADAL" clId="{4CF96F90-B24D-EA4B-B2F3-C89C362CCF05}" dt="2025-09-24T02:42:41.577" v="200" actId="2696"/>
        <pc:sldMkLst>
          <pc:docMk/>
          <pc:sldMk cId="1045128023" sldId="296"/>
        </pc:sldMkLst>
      </pc:sldChg>
      <pc:sldChg chg="addSp delSp modSp mod">
        <pc:chgData name="Osera, Peter-Michael" userId="90445edc-0a63-48ed-aba1-7e7e8c59d194" providerId="ADAL" clId="{4CF96F90-B24D-EA4B-B2F3-C89C362CCF05}" dt="2025-09-24T02:41:39.503" v="42" actId="113"/>
        <pc:sldMkLst>
          <pc:docMk/>
          <pc:sldMk cId="1376670211" sldId="297"/>
        </pc:sldMkLst>
      </pc:sldChg>
      <pc:sldChg chg="del">
        <pc:chgData name="Osera, Peter-Michael" userId="90445edc-0a63-48ed-aba1-7e7e8c59d194" providerId="ADAL" clId="{4CF96F90-B24D-EA4B-B2F3-C89C362CCF05}" dt="2025-09-24T02:42:41.592" v="202" actId="2696"/>
        <pc:sldMkLst>
          <pc:docMk/>
          <pc:sldMk cId="3362191122" sldId="298"/>
        </pc:sldMkLst>
      </pc:sldChg>
      <pc:sldChg chg="del">
        <pc:chgData name="Osera, Peter-Michael" userId="90445edc-0a63-48ed-aba1-7e7e8c59d194" providerId="ADAL" clId="{4CF96F90-B24D-EA4B-B2F3-C89C362CCF05}" dt="2025-09-24T02:42:41.595" v="204" actId="2696"/>
        <pc:sldMkLst>
          <pc:docMk/>
          <pc:sldMk cId="579294211" sldId="300"/>
        </pc:sldMkLst>
      </pc:sldChg>
      <pc:sldChg chg="del">
        <pc:chgData name="Osera, Peter-Michael" userId="90445edc-0a63-48ed-aba1-7e7e8c59d194" providerId="ADAL" clId="{4CF96F90-B24D-EA4B-B2F3-C89C362CCF05}" dt="2025-09-24T02:42:41.593" v="203" actId="2696"/>
        <pc:sldMkLst>
          <pc:docMk/>
          <pc:sldMk cId="1085653448" sldId="301"/>
        </pc:sldMkLst>
      </pc:sldChg>
      <pc:sldChg chg="del">
        <pc:chgData name="Osera, Peter-Michael" userId="90445edc-0a63-48ed-aba1-7e7e8c59d194" providerId="ADAL" clId="{4CF96F90-B24D-EA4B-B2F3-C89C362CCF05}" dt="2025-09-24T02:42:41.602" v="205" actId="2696"/>
        <pc:sldMkLst>
          <pc:docMk/>
          <pc:sldMk cId="241780877" sldId="302"/>
        </pc:sldMkLst>
      </pc:sldChg>
      <pc:sldChg chg="modSp mod ord">
        <pc:chgData name="Osera, Peter-Michael" userId="90445edc-0a63-48ed-aba1-7e7e8c59d194" providerId="ADAL" clId="{4CF96F90-B24D-EA4B-B2F3-C89C362CCF05}" dt="2025-09-24T12:44:31.351" v="293" actId="20577"/>
        <pc:sldMkLst>
          <pc:docMk/>
          <pc:sldMk cId="3790888943" sldId="303"/>
        </pc:sldMkLst>
      </pc:sldChg>
      <pc:sldChg chg="new del">
        <pc:chgData name="Osera, Peter-Michael" userId="90445edc-0a63-48ed-aba1-7e7e8c59d194" providerId="ADAL" clId="{4CF96F90-B24D-EA4B-B2F3-C89C362CCF05}" dt="2025-09-24T12:55:46.561" v="1476" actId="2696"/>
        <pc:sldMkLst>
          <pc:docMk/>
          <pc:sldMk cId="3518886972" sldId="304"/>
        </pc:sldMkLst>
      </pc:sldChg>
      <pc:sldChg chg="modSp new mod">
        <pc:chgData name="Osera, Peter-Michael" userId="90445edc-0a63-48ed-aba1-7e7e8c59d194" providerId="ADAL" clId="{4CF96F90-B24D-EA4B-B2F3-C89C362CCF05}" dt="2025-09-24T12:47:34.383" v="877" actId="20577"/>
        <pc:sldMkLst>
          <pc:docMk/>
          <pc:sldMk cId="1688922382" sldId="305"/>
        </pc:sldMkLst>
      </pc:sldChg>
      <pc:sldChg chg="modSp new mod">
        <pc:chgData name="Osera, Peter-Michael" userId="90445edc-0a63-48ed-aba1-7e7e8c59d194" providerId="ADAL" clId="{4CF96F90-B24D-EA4B-B2F3-C89C362CCF05}" dt="2025-09-26T12:37:21.141" v="5101" actId="114"/>
        <pc:sldMkLst>
          <pc:docMk/>
          <pc:sldMk cId="460890497" sldId="306"/>
        </pc:sldMkLst>
      </pc:sldChg>
      <pc:sldChg chg="addSp delSp modSp new mod">
        <pc:chgData name="Osera, Peter-Michael" userId="90445edc-0a63-48ed-aba1-7e7e8c59d194" providerId="ADAL" clId="{4CF96F90-B24D-EA4B-B2F3-C89C362CCF05}" dt="2025-09-26T11:26:05.582" v="1870" actId="14100"/>
        <pc:sldMkLst>
          <pc:docMk/>
          <pc:sldMk cId="2643962654" sldId="307"/>
        </pc:sldMkLst>
      </pc:sldChg>
      <pc:sldChg chg="modSp new mod">
        <pc:chgData name="Osera, Peter-Michael" userId="90445edc-0a63-48ed-aba1-7e7e8c59d194" providerId="ADAL" clId="{4CF96F90-B24D-EA4B-B2F3-C89C362CCF05}" dt="2025-09-26T12:37:45.046" v="5103" actId="207"/>
        <pc:sldMkLst>
          <pc:docMk/>
          <pc:sldMk cId="3487508674" sldId="308"/>
        </pc:sldMkLst>
      </pc:sldChg>
      <pc:sldChg chg="modSp new del mod">
        <pc:chgData name="Osera, Peter-Michael" userId="90445edc-0a63-48ed-aba1-7e7e8c59d194" providerId="ADAL" clId="{4CF96F90-B24D-EA4B-B2F3-C89C362CCF05}" dt="2025-09-26T11:40:08.697" v="2689" actId="2696"/>
        <pc:sldMkLst>
          <pc:docMk/>
          <pc:sldMk cId="2391891708" sldId="309"/>
        </pc:sldMkLst>
      </pc:sldChg>
      <pc:sldChg chg="delSp modSp new mod modClrScheme modAnim chgLayout">
        <pc:chgData name="Osera, Peter-Michael" userId="90445edc-0a63-48ed-aba1-7e7e8c59d194" providerId="ADAL" clId="{4CF96F90-B24D-EA4B-B2F3-C89C362CCF05}" dt="2025-09-26T12:38:05.822" v="5106"/>
        <pc:sldMkLst>
          <pc:docMk/>
          <pc:sldMk cId="3376477613" sldId="310"/>
        </pc:sldMkLst>
      </pc:sldChg>
      <pc:sldChg chg="addSp delSp modSp new mod">
        <pc:chgData name="Osera, Peter-Michael" userId="90445edc-0a63-48ed-aba1-7e7e8c59d194" providerId="ADAL" clId="{4CF96F90-B24D-EA4B-B2F3-C89C362CCF05}" dt="2025-09-26T11:41:09.492" v="2807" actId="20577"/>
        <pc:sldMkLst>
          <pc:docMk/>
          <pc:sldMk cId="1344061209" sldId="311"/>
        </pc:sldMkLst>
      </pc:sldChg>
      <pc:sldChg chg="addSp modSp new mod">
        <pc:chgData name="Osera, Peter-Michael" userId="90445edc-0a63-48ed-aba1-7e7e8c59d194" providerId="ADAL" clId="{4CF96F90-B24D-EA4B-B2F3-C89C362CCF05}" dt="2025-09-26T11:43:29.306" v="2899" actId="1076"/>
        <pc:sldMkLst>
          <pc:docMk/>
          <pc:sldMk cId="1853578678" sldId="312"/>
        </pc:sldMkLst>
      </pc:sldChg>
      <pc:sldChg chg="addSp modSp new mod">
        <pc:chgData name="Osera, Peter-Michael" userId="90445edc-0a63-48ed-aba1-7e7e8c59d194" providerId="ADAL" clId="{4CF96F90-B24D-EA4B-B2F3-C89C362CCF05}" dt="2025-09-26T11:55:03.741" v="3081" actId="14100"/>
        <pc:sldMkLst>
          <pc:docMk/>
          <pc:sldMk cId="1099397142" sldId="313"/>
        </pc:sldMkLst>
      </pc:sldChg>
      <pc:sldChg chg="modSp new mod modAnim">
        <pc:chgData name="Osera, Peter-Michael" userId="90445edc-0a63-48ed-aba1-7e7e8c59d194" providerId="ADAL" clId="{4CF96F90-B24D-EA4B-B2F3-C89C362CCF05}" dt="2025-09-26T12:38:24.708" v="5108"/>
        <pc:sldMkLst>
          <pc:docMk/>
          <pc:sldMk cId="753389821" sldId="314"/>
        </pc:sldMkLst>
      </pc:sldChg>
      <pc:sldChg chg="modSp new mod modAnim">
        <pc:chgData name="Osera, Peter-Michael" userId="90445edc-0a63-48ed-aba1-7e7e8c59d194" providerId="ADAL" clId="{4CF96F90-B24D-EA4B-B2F3-C89C362CCF05}" dt="2025-09-26T12:38:33.638" v="5111"/>
        <pc:sldMkLst>
          <pc:docMk/>
          <pc:sldMk cId="2040358606" sldId="315"/>
        </pc:sldMkLst>
      </pc:sldChg>
      <pc:sldChg chg="addSp delSp modSp new mod">
        <pc:chgData name="Osera, Peter-Michael" userId="90445edc-0a63-48ed-aba1-7e7e8c59d194" providerId="ADAL" clId="{4CF96F90-B24D-EA4B-B2F3-C89C362CCF05}" dt="2025-09-26T12:29:43.214" v="3966" actId="1076"/>
        <pc:sldMkLst>
          <pc:docMk/>
          <pc:sldMk cId="267789503" sldId="316"/>
        </pc:sldMkLst>
      </pc:sldChg>
      <pc:sldChg chg="modSp new mod modAnim">
        <pc:chgData name="Osera, Peter-Michael" userId="90445edc-0a63-48ed-aba1-7e7e8c59d194" providerId="ADAL" clId="{4CF96F90-B24D-EA4B-B2F3-C89C362CCF05}" dt="2025-09-26T12:38:52.573" v="5116"/>
        <pc:sldMkLst>
          <pc:docMk/>
          <pc:sldMk cId="1036037402" sldId="317"/>
        </pc:sldMkLst>
      </pc:sldChg>
      <pc:sldChg chg="modSp new mod">
        <pc:chgData name="Osera, Peter-Michael" userId="90445edc-0a63-48ed-aba1-7e7e8c59d194" providerId="ADAL" clId="{4CF96F90-B24D-EA4B-B2F3-C89C362CCF05}" dt="2025-09-26T12:36:42.509" v="5014" actId="122"/>
        <pc:sldMkLst>
          <pc:docMk/>
          <pc:sldMk cId="3576794505" sldId="318"/>
        </pc:sldMkLst>
      </pc:sldChg>
    </pc:docChg>
  </pc:docChgLst>
  <pc:docChgLst>
    <pc:chgData name="Osera, Peter-Michael" userId="90445edc-0a63-48ed-aba1-7e7e8c59d194" providerId="ADAL" clId="{C0100240-CE1A-B444-8369-CF5588FB40D9}"/>
    <pc:docChg chg="undo custSel addSld delSld modSld sldOrd">
      <pc:chgData name="Osera, Peter-Michael" userId="90445edc-0a63-48ed-aba1-7e7e8c59d194" providerId="ADAL" clId="{C0100240-CE1A-B444-8369-CF5588FB40D9}" dt="2026-03-02T13:55:39.547" v="1512" actId="20577"/>
      <pc:docMkLst>
        <pc:docMk/>
      </pc:docMkLst>
      <pc:sldChg chg="modSp mod">
        <pc:chgData name="Osera, Peter-Michael" userId="90445edc-0a63-48ed-aba1-7e7e8c59d194" providerId="ADAL" clId="{C0100240-CE1A-B444-8369-CF5588FB40D9}" dt="2026-03-02T13:48:40.491" v="1057" actId="20577"/>
        <pc:sldMkLst>
          <pc:docMk/>
          <pc:sldMk cId="4290934021" sldId="277"/>
        </pc:sldMkLst>
        <pc:spChg chg="mod">
          <ac:chgData name="Osera, Peter-Michael" userId="90445edc-0a63-48ed-aba1-7e7e8c59d194" providerId="ADAL" clId="{C0100240-CE1A-B444-8369-CF5588FB40D9}" dt="2026-03-02T13:48:40.491" v="1057" actId="20577"/>
          <ac:spMkLst>
            <pc:docMk/>
            <pc:sldMk cId="4290934021" sldId="277"/>
            <ac:spMk id="3" creationId="{614722CC-1315-C6A1-E63E-C2B8744C9E6B}"/>
          </ac:spMkLst>
        </pc:spChg>
      </pc:sldChg>
      <pc:sldChg chg="modSp mod ord">
        <pc:chgData name="Osera, Peter-Michael" userId="90445edc-0a63-48ed-aba1-7e7e8c59d194" providerId="ADAL" clId="{C0100240-CE1A-B444-8369-CF5588FB40D9}" dt="2026-03-02T13:50:56.722" v="1120" actId="6549"/>
        <pc:sldMkLst>
          <pc:docMk/>
          <pc:sldMk cId="800193888" sldId="279"/>
        </pc:sldMkLst>
        <pc:spChg chg="mod">
          <ac:chgData name="Osera, Peter-Michael" userId="90445edc-0a63-48ed-aba1-7e7e8c59d194" providerId="ADAL" clId="{C0100240-CE1A-B444-8369-CF5588FB40D9}" dt="2026-03-02T13:50:56.722" v="1120" actId="6549"/>
          <ac:spMkLst>
            <pc:docMk/>
            <pc:sldMk cId="800193888" sldId="279"/>
            <ac:spMk id="2" creationId="{3419E300-2FB2-1446-25CA-993917DFF2B4}"/>
          </ac:spMkLst>
        </pc:spChg>
        <pc:spChg chg="mod">
          <ac:chgData name="Osera, Peter-Michael" userId="90445edc-0a63-48ed-aba1-7e7e8c59d194" providerId="ADAL" clId="{C0100240-CE1A-B444-8369-CF5588FB40D9}" dt="2026-03-02T13:46:10.625" v="837" actId="113"/>
          <ac:spMkLst>
            <pc:docMk/>
            <pc:sldMk cId="800193888" sldId="279"/>
            <ac:spMk id="3" creationId="{4D028C4F-72EC-965E-29D4-A9E285EEFEC8}"/>
          </ac:spMkLst>
        </pc:spChg>
      </pc:sldChg>
      <pc:sldChg chg="del">
        <pc:chgData name="Osera, Peter-Michael" userId="90445edc-0a63-48ed-aba1-7e7e8c59d194" providerId="ADAL" clId="{C0100240-CE1A-B444-8369-CF5588FB40D9}" dt="2026-03-02T13:48:44.955" v="1058" actId="2696"/>
        <pc:sldMkLst>
          <pc:docMk/>
          <pc:sldMk cId="1518082609" sldId="280"/>
        </pc:sldMkLst>
      </pc:sldChg>
      <pc:sldChg chg="add">
        <pc:chgData name="Osera, Peter-Michael" userId="90445edc-0a63-48ed-aba1-7e7e8c59d194" providerId="ADAL" clId="{C0100240-CE1A-B444-8369-CF5588FB40D9}" dt="2026-03-02T13:45:56.523" v="834"/>
        <pc:sldMkLst>
          <pc:docMk/>
          <pc:sldMk cId="1214910155" sldId="295"/>
        </pc:sldMkLst>
      </pc:sldChg>
      <pc:sldChg chg="modSp add mod">
        <pc:chgData name="Osera, Peter-Michael" userId="90445edc-0a63-48ed-aba1-7e7e8c59d194" providerId="ADAL" clId="{C0100240-CE1A-B444-8369-CF5588FB40D9}" dt="2026-03-02T13:44:41.479" v="832" actId="20577"/>
        <pc:sldMkLst>
          <pc:docMk/>
          <pc:sldMk cId="1688922382" sldId="305"/>
        </pc:sldMkLst>
        <pc:spChg chg="mod">
          <ac:chgData name="Osera, Peter-Michael" userId="90445edc-0a63-48ed-aba1-7e7e8c59d194" providerId="ADAL" clId="{C0100240-CE1A-B444-8369-CF5588FB40D9}" dt="2026-03-02T13:44:34.217" v="829" actId="20577"/>
          <ac:spMkLst>
            <pc:docMk/>
            <pc:sldMk cId="1688922382" sldId="305"/>
            <ac:spMk id="2" creationId="{71865873-AA6B-1512-BE2B-FBB6B22B5FCC}"/>
          </ac:spMkLst>
        </pc:spChg>
        <pc:spChg chg="mod">
          <ac:chgData name="Osera, Peter-Michael" userId="90445edc-0a63-48ed-aba1-7e7e8c59d194" providerId="ADAL" clId="{C0100240-CE1A-B444-8369-CF5588FB40D9}" dt="2026-03-02T13:44:41.479" v="832" actId="20577"/>
          <ac:spMkLst>
            <pc:docMk/>
            <pc:sldMk cId="1688922382" sldId="305"/>
            <ac:spMk id="3" creationId="{9F0B7AB4-D42C-E1B8-3115-8D019D86EC52}"/>
          </ac:spMkLst>
        </pc:spChg>
      </pc:sldChg>
      <pc:sldChg chg="add">
        <pc:chgData name="Osera, Peter-Michael" userId="90445edc-0a63-48ed-aba1-7e7e8c59d194" providerId="ADAL" clId="{C0100240-CE1A-B444-8369-CF5588FB40D9}" dt="2026-03-02T13:45:46.326" v="833"/>
        <pc:sldMkLst>
          <pc:docMk/>
          <pc:sldMk cId="2941942739" sldId="319"/>
        </pc:sldMkLst>
      </pc:sldChg>
      <pc:sldChg chg="addSp delSp modSp new mod modClrScheme chgLayout">
        <pc:chgData name="Osera, Peter-Michael" userId="90445edc-0a63-48ed-aba1-7e7e8c59d194" providerId="ADAL" clId="{C0100240-CE1A-B444-8369-CF5588FB40D9}" dt="2026-03-02T13:46:26.505" v="845" actId="20577"/>
        <pc:sldMkLst>
          <pc:docMk/>
          <pc:sldMk cId="2405514171" sldId="320"/>
        </pc:sldMkLst>
        <pc:spChg chg="del mod ord">
          <ac:chgData name="Osera, Peter-Michael" userId="90445edc-0a63-48ed-aba1-7e7e8c59d194" providerId="ADAL" clId="{C0100240-CE1A-B444-8369-CF5588FB40D9}" dt="2026-03-02T13:46:24.776" v="839" actId="700"/>
          <ac:spMkLst>
            <pc:docMk/>
            <pc:sldMk cId="2405514171" sldId="320"/>
            <ac:spMk id="2" creationId="{35F82AA8-6972-453B-7612-D2FC6496AD27}"/>
          </ac:spMkLst>
        </pc:spChg>
        <pc:spChg chg="del mod ord">
          <ac:chgData name="Osera, Peter-Michael" userId="90445edc-0a63-48ed-aba1-7e7e8c59d194" providerId="ADAL" clId="{C0100240-CE1A-B444-8369-CF5588FB40D9}" dt="2026-03-02T13:46:24.776" v="839" actId="700"/>
          <ac:spMkLst>
            <pc:docMk/>
            <pc:sldMk cId="2405514171" sldId="320"/>
            <ac:spMk id="3" creationId="{2547E6F2-A966-92BB-10DF-24D689C62246}"/>
          </ac:spMkLst>
        </pc:spChg>
        <pc:spChg chg="add mod ord">
          <ac:chgData name="Osera, Peter-Michael" userId="90445edc-0a63-48ed-aba1-7e7e8c59d194" providerId="ADAL" clId="{C0100240-CE1A-B444-8369-CF5588FB40D9}" dt="2026-03-02T13:46:26.505" v="845" actId="20577"/>
          <ac:spMkLst>
            <pc:docMk/>
            <pc:sldMk cId="2405514171" sldId="320"/>
            <ac:spMk id="4" creationId="{735D384E-EB55-8D58-51E8-E08CDCEA175C}"/>
          </ac:spMkLst>
        </pc:spChg>
        <pc:spChg chg="add mod ord">
          <ac:chgData name="Osera, Peter-Michael" userId="90445edc-0a63-48ed-aba1-7e7e8c59d194" providerId="ADAL" clId="{C0100240-CE1A-B444-8369-CF5588FB40D9}" dt="2026-03-02T13:46:24.776" v="839" actId="700"/>
          <ac:spMkLst>
            <pc:docMk/>
            <pc:sldMk cId="2405514171" sldId="320"/>
            <ac:spMk id="5" creationId="{12536788-84D4-BE70-509C-C61D106A89BE}"/>
          </ac:spMkLst>
        </pc:spChg>
      </pc:sldChg>
      <pc:sldChg chg="modSp new mod">
        <pc:chgData name="Osera, Peter-Michael" userId="90445edc-0a63-48ed-aba1-7e7e8c59d194" providerId="ADAL" clId="{C0100240-CE1A-B444-8369-CF5588FB40D9}" dt="2026-03-02T13:48:52.345" v="1068" actId="20577"/>
        <pc:sldMkLst>
          <pc:docMk/>
          <pc:sldMk cId="2767194071" sldId="321"/>
        </pc:sldMkLst>
        <pc:spChg chg="mod">
          <ac:chgData name="Osera, Peter-Michael" userId="90445edc-0a63-48ed-aba1-7e7e8c59d194" providerId="ADAL" clId="{C0100240-CE1A-B444-8369-CF5588FB40D9}" dt="2026-03-02T13:48:52.345" v="1068" actId="20577"/>
          <ac:spMkLst>
            <pc:docMk/>
            <pc:sldMk cId="2767194071" sldId="321"/>
            <ac:spMk id="2" creationId="{41786656-C41F-F9C4-5981-5406B66DCADA}"/>
          </ac:spMkLst>
        </pc:spChg>
        <pc:spChg chg="mod">
          <ac:chgData name="Osera, Peter-Michael" userId="90445edc-0a63-48ed-aba1-7e7e8c59d194" providerId="ADAL" clId="{C0100240-CE1A-B444-8369-CF5588FB40D9}" dt="2026-03-02T13:48:11.409" v="1031" actId="20577"/>
          <ac:spMkLst>
            <pc:docMk/>
            <pc:sldMk cId="2767194071" sldId="321"/>
            <ac:spMk id="3" creationId="{0B2A5760-25EC-C039-ED55-82B801AA3131}"/>
          </ac:spMkLst>
        </pc:spChg>
      </pc:sldChg>
      <pc:sldChg chg="modSp new mod">
        <pc:chgData name="Osera, Peter-Michael" userId="90445edc-0a63-48ed-aba1-7e7e8c59d194" providerId="ADAL" clId="{C0100240-CE1A-B444-8369-CF5588FB40D9}" dt="2026-03-02T13:55:39.547" v="1512" actId="20577"/>
        <pc:sldMkLst>
          <pc:docMk/>
          <pc:sldMk cId="592892291" sldId="322"/>
        </pc:sldMkLst>
        <pc:spChg chg="mod">
          <ac:chgData name="Osera, Peter-Michael" userId="90445edc-0a63-48ed-aba1-7e7e8c59d194" providerId="ADAL" clId="{C0100240-CE1A-B444-8369-CF5588FB40D9}" dt="2026-03-02T13:51:05.708" v="1140" actId="20577"/>
          <ac:spMkLst>
            <pc:docMk/>
            <pc:sldMk cId="592892291" sldId="322"/>
            <ac:spMk id="2" creationId="{1E9F0BC0-E0F8-E118-0D3F-7B077E9F5057}"/>
          </ac:spMkLst>
        </pc:spChg>
        <pc:spChg chg="mod">
          <ac:chgData name="Osera, Peter-Michael" userId="90445edc-0a63-48ed-aba1-7e7e8c59d194" providerId="ADAL" clId="{C0100240-CE1A-B444-8369-CF5588FB40D9}" dt="2026-03-02T13:55:39.547" v="1512" actId="20577"/>
          <ac:spMkLst>
            <pc:docMk/>
            <pc:sldMk cId="592892291" sldId="322"/>
            <ac:spMk id="3" creationId="{8A7C9A24-1026-F8C7-CE43-F83CDE632F1F}"/>
          </ac:spMkLst>
        </pc:spChg>
      </pc:sldChg>
    </pc:docChg>
  </pc:docChgLst>
  <pc:docChgLst>
    <pc:chgData name="Osera, Peter-Michael" userId="S::osera@grinnell.edu::90445edc-0a63-48ed-aba1-7e7e8c59d194" providerId="AD" clId="Web-{DA337401-ECAC-1723-9D62-8AC0DBC1ACAA}"/>
    <pc:docChg chg="addSld delSld modSld">
      <pc:chgData name="Osera, Peter-Michael" userId="S::osera@grinnell.edu::90445edc-0a63-48ed-aba1-7e7e8c59d194" providerId="AD" clId="Web-{DA337401-ECAC-1723-9D62-8AC0DBC1ACAA}" dt="2025-09-12T12:54:42.809" v="349" actId="20577"/>
      <pc:docMkLst>
        <pc:docMk/>
      </pc:docMkLst>
      <pc:sldChg chg="modSp">
        <pc:chgData name="Osera, Peter-Michael" userId="S::osera@grinnell.edu::90445edc-0a63-48ed-aba1-7e7e8c59d194" providerId="AD" clId="Web-{DA337401-ECAC-1723-9D62-8AC0DBC1ACAA}" dt="2025-09-12T12:44:20.964" v="11" actId="20577"/>
        <pc:sldMkLst>
          <pc:docMk/>
          <pc:sldMk cId="3366898370" sldId="269"/>
        </pc:sldMkLst>
      </pc:sldChg>
      <pc:sldChg chg="modSp">
        <pc:chgData name="Osera, Peter-Michael" userId="S::osera@grinnell.edu::90445edc-0a63-48ed-aba1-7e7e8c59d194" providerId="AD" clId="Web-{DA337401-ECAC-1723-9D62-8AC0DBC1ACAA}" dt="2025-09-12T12:44:28.026" v="14" actId="20577"/>
        <pc:sldMkLst>
          <pc:docMk/>
          <pc:sldMk cId="1497755310" sldId="278"/>
        </pc:sldMkLst>
      </pc:sldChg>
      <pc:sldChg chg="modSp">
        <pc:chgData name="Osera, Peter-Michael" userId="S::osera@grinnell.edu::90445edc-0a63-48ed-aba1-7e7e8c59d194" providerId="AD" clId="Web-{DA337401-ECAC-1723-9D62-8AC0DBC1ACAA}" dt="2025-09-12T12:54:42.809" v="349" actId="20577"/>
        <pc:sldMkLst>
          <pc:docMk/>
          <pc:sldMk cId="4123150192" sldId="283"/>
        </pc:sldMkLst>
      </pc:sldChg>
      <pc:sldChg chg="modSp">
        <pc:chgData name="Osera, Peter-Michael" userId="S::osera@grinnell.edu::90445edc-0a63-48ed-aba1-7e7e8c59d194" providerId="AD" clId="Web-{DA337401-ECAC-1723-9D62-8AC0DBC1ACAA}" dt="2025-09-12T12:52:39.261" v="298" actId="20577"/>
        <pc:sldMkLst>
          <pc:docMk/>
          <pc:sldMk cId="3488208123" sldId="286"/>
        </pc:sldMkLst>
      </pc:sldChg>
      <pc:sldChg chg="modSp new">
        <pc:chgData name="Osera, Peter-Michael" userId="S::osera@grinnell.edu::90445edc-0a63-48ed-aba1-7e7e8c59d194" providerId="AD" clId="Web-{DA337401-ECAC-1723-9D62-8AC0DBC1ACAA}" dt="2025-09-12T12:49:43.948" v="210" actId="20577"/>
        <pc:sldMkLst>
          <pc:docMk/>
          <pc:sldMk cId="2803850654" sldId="287"/>
        </pc:sldMkLst>
      </pc:sldChg>
      <pc:sldChg chg="modSp new del">
        <pc:chgData name="Osera, Peter-Michael" userId="S::osera@grinnell.edu::90445edc-0a63-48ed-aba1-7e7e8c59d194" providerId="AD" clId="Web-{DA337401-ECAC-1723-9D62-8AC0DBC1ACAA}" dt="2025-09-12T12:53:30.621" v="308"/>
        <pc:sldMkLst>
          <pc:docMk/>
          <pc:sldMk cId="1425889971" sldId="288"/>
        </pc:sldMkLst>
      </pc:sldChg>
      <pc:sldChg chg="new del">
        <pc:chgData name="Osera, Peter-Michael" userId="S::osera@grinnell.edu::90445edc-0a63-48ed-aba1-7e7e8c59d194" providerId="AD" clId="Web-{DA337401-ECAC-1723-9D62-8AC0DBC1ACAA}" dt="2025-09-12T12:54:12.371" v="334"/>
        <pc:sldMkLst>
          <pc:docMk/>
          <pc:sldMk cId="2583862104" sldId="288"/>
        </pc:sldMkLst>
      </pc:sldChg>
      <pc:sldChg chg="modSp new">
        <pc:chgData name="Osera, Peter-Michael" userId="S::osera@grinnell.edu::90445edc-0a63-48ed-aba1-7e7e8c59d194" providerId="AD" clId="Web-{DA337401-ECAC-1723-9D62-8AC0DBC1ACAA}" dt="2025-09-12T12:54:11.230" v="333" actId="20577"/>
        <pc:sldMkLst>
          <pc:docMk/>
          <pc:sldMk cId="2112059681" sldId="289"/>
        </pc:sldMkLst>
      </pc:sldChg>
    </pc:docChg>
  </pc:docChgLst>
  <pc:docChgLst>
    <pc:chgData name="Osera, Peter-Michael" userId="S::osera@grinnell.edu::90445edc-0a63-48ed-aba1-7e7e8c59d194" providerId="AD" clId="Web-{CB7A62DE-CC03-867C-7196-8917C932B10A}"/>
    <pc:docChg chg="modSld">
      <pc:chgData name="Osera, Peter-Michael" userId="S::osera@grinnell.edu::90445edc-0a63-48ed-aba1-7e7e8c59d194" providerId="AD" clId="Web-{CB7A62DE-CC03-867C-7196-8917C932B10A}" dt="2025-09-08T13:22:33.510" v="319"/>
      <pc:docMkLst>
        <pc:docMk/>
      </pc:docMkLst>
      <pc:sldChg chg="modSp">
        <pc:chgData name="Osera, Peter-Michael" userId="S::osera@grinnell.edu::90445edc-0a63-48ed-aba1-7e7e8c59d194" providerId="AD" clId="Web-{CB7A62DE-CC03-867C-7196-8917C932B10A}" dt="2025-09-08T13:01:30.062" v="43" actId="20577"/>
        <pc:sldMkLst>
          <pc:docMk/>
          <pc:sldMk cId="214397117" sldId="270"/>
        </pc:sldMkLst>
      </pc:sldChg>
      <pc:sldChg chg="modSp">
        <pc:chgData name="Osera, Peter-Michael" userId="S::osera@grinnell.edu::90445edc-0a63-48ed-aba1-7e7e8c59d194" providerId="AD" clId="Web-{CB7A62DE-CC03-867C-7196-8917C932B10A}" dt="2025-09-08T13:22:33.510" v="319"/>
        <pc:sldMkLst>
          <pc:docMk/>
          <pc:sldMk cId="2002510537" sldId="274"/>
        </pc:sldMkLst>
      </pc:sldChg>
    </pc:docChg>
  </pc:docChgLst>
  <pc:docChgLst>
    <pc:chgData name="Osera, Peter-Michael" userId="90445edc-0a63-48ed-aba1-7e7e8c59d194" providerId="ADAL" clId="{EB1FDC51-7E0C-A14C-AAA6-A03BFA8AB4DC}"/>
    <pc:docChg chg="custSel addSld delSld modSld sldOrd">
      <pc:chgData name="Osera, Peter-Michael" userId="90445edc-0a63-48ed-aba1-7e7e8c59d194" providerId="ADAL" clId="{EB1FDC51-7E0C-A14C-AAA6-A03BFA8AB4DC}" dt="2025-09-22T13:13:55.493" v="3798"/>
      <pc:docMkLst>
        <pc:docMk/>
      </pc:docMkLst>
      <pc:sldChg chg="modSp mod">
        <pc:chgData name="Osera, Peter-Michael" userId="90445edc-0a63-48ed-aba1-7e7e8c59d194" providerId="ADAL" clId="{EB1FDC51-7E0C-A14C-AAA6-A03BFA8AB4DC}" dt="2025-09-22T10:59:16.416" v="10" actId="20577"/>
        <pc:sldMkLst>
          <pc:docMk/>
          <pc:sldMk cId="3366898370" sldId="269"/>
        </pc:sldMkLst>
      </pc:sldChg>
      <pc:sldChg chg="modSp add mod">
        <pc:chgData name="Osera, Peter-Michael" userId="90445edc-0a63-48ed-aba1-7e7e8c59d194" providerId="ADAL" clId="{EB1FDC51-7E0C-A14C-AAA6-A03BFA8AB4DC}" dt="2025-09-22T11:18:32.596" v="451" actId="113"/>
        <pc:sldMkLst>
          <pc:docMk/>
          <pc:sldMk cId="4290934021" sldId="277"/>
        </pc:sldMkLst>
      </pc:sldChg>
      <pc:sldChg chg="modSp add mod ord">
        <pc:chgData name="Osera, Peter-Michael" userId="90445edc-0a63-48ed-aba1-7e7e8c59d194" providerId="ADAL" clId="{EB1FDC51-7E0C-A14C-AAA6-A03BFA8AB4DC}" dt="2025-09-22T11:17:50.073" v="275" actId="20578"/>
        <pc:sldMkLst>
          <pc:docMk/>
          <pc:sldMk cId="1497755310" sldId="278"/>
        </pc:sldMkLst>
      </pc:sldChg>
      <pc:sldChg chg="del">
        <pc:chgData name="Osera, Peter-Michael" userId="90445edc-0a63-48ed-aba1-7e7e8c59d194" providerId="ADAL" clId="{EB1FDC51-7E0C-A14C-AAA6-A03BFA8AB4DC}" dt="2025-09-22T10:59:53.485" v="43" actId="2696"/>
        <pc:sldMkLst>
          <pc:docMk/>
          <pc:sldMk cId="1820096326" sldId="291"/>
        </pc:sldMkLst>
      </pc:sldChg>
      <pc:sldChg chg="del">
        <pc:chgData name="Osera, Peter-Michael" userId="90445edc-0a63-48ed-aba1-7e7e8c59d194" providerId="ADAL" clId="{EB1FDC51-7E0C-A14C-AAA6-A03BFA8AB4DC}" dt="2025-09-22T11:17:45.972" v="274" actId="2696"/>
        <pc:sldMkLst>
          <pc:docMk/>
          <pc:sldMk cId="3328251515" sldId="294"/>
        </pc:sldMkLst>
      </pc:sldChg>
      <pc:sldChg chg="del">
        <pc:chgData name="Osera, Peter-Michael" userId="90445edc-0a63-48ed-aba1-7e7e8c59d194" providerId="ADAL" clId="{EB1FDC51-7E0C-A14C-AAA6-A03BFA8AB4DC}" dt="2025-09-22T10:59:49.744" v="41" actId="2696"/>
        <pc:sldMkLst>
          <pc:docMk/>
          <pc:sldMk cId="1214910155" sldId="295"/>
        </pc:sldMkLst>
      </pc:sldChg>
      <pc:sldChg chg="modSp new del mod">
        <pc:chgData name="Osera, Peter-Michael" userId="90445edc-0a63-48ed-aba1-7e7e8c59d194" providerId="ADAL" clId="{EB1FDC51-7E0C-A14C-AAA6-A03BFA8AB4DC}" dt="2025-09-22T11:17:44.538" v="273" actId="2696"/>
        <pc:sldMkLst>
          <pc:docMk/>
          <pc:sldMk cId="1777333773" sldId="295"/>
        </pc:sldMkLst>
      </pc:sldChg>
      <pc:sldChg chg="modSp new mod">
        <pc:chgData name="Osera, Peter-Michael" userId="90445edc-0a63-48ed-aba1-7e7e8c59d194" providerId="ADAL" clId="{EB1FDC51-7E0C-A14C-AAA6-A03BFA8AB4DC}" dt="2025-09-22T11:17:40.721" v="272" actId="20577"/>
        <pc:sldMkLst>
          <pc:docMk/>
          <pc:sldMk cId="1045128023" sldId="296"/>
        </pc:sldMkLst>
      </pc:sldChg>
      <pc:sldChg chg="del">
        <pc:chgData name="Osera, Peter-Michael" userId="90445edc-0a63-48ed-aba1-7e7e8c59d194" providerId="ADAL" clId="{EB1FDC51-7E0C-A14C-AAA6-A03BFA8AB4DC}" dt="2025-09-22T10:59:51.345" v="42" actId="2696"/>
        <pc:sldMkLst>
          <pc:docMk/>
          <pc:sldMk cId="3494448267" sldId="296"/>
        </pc:sldMkLst>
      </pc:sldChg>
      <pc:sldChg chg="addSp modSp new mod">
        <pc:chgData name="Osera, Peter-Michael" userId="90445edc-0a63-48ed-aba1-7e7e8c59d194" providerId="ADAL" clId="{EB1FDC51-7E0C-A14C-AAA6-A03BFA8AB4DC}" dt="2025-09-22T11:38:25.067" v="859" actId="20577"/>
        <pc:sldMkLst>
          <pc:docMk/>
          <pc:sldMk cId="1376670211" sldId="297"/>
        </pc:sldMkLst>
      </pc:sldChg>
      <pc:sldChg chg="addSp delSp modSp new del mod modClrScheme chgLayout">
        <pc:chgData name="Osera, Peter-Michael" userId="90445edc-0a63-48ed-aba1-7e7e8c59d194" providerId="ADAL" clId="{EB1FDC51-7E0C-A14C-AAA6-A03BFA8AB4DC}" dt="2025-09-22T11:17:02.954" v="209" actId="2696"/>
        <pc:sldMkLst>
          <pc:docMk/>
          <pc:sldMk cId="3225418881" sldId="297"/>
        </pc:sldMkLst>
      </pc:sldChg>
      <pc:sldChg chg="modSp new mod modAnim">
        <pc:chgData name="Osera, Peter-Michael" userId="90445edc-0a63-48ed-aba1-7e7e8c59d194" providerId="ADAL" clId="{EB1FDC51-7E0C-A14C-AAA6-A03BFA8AB4DC}" dt="2025-09-22T11:54:16.403" v="1997"/>
        <pc:sldMkLst>
          <pc:docMk/>
          <pc:sldMk cId="3362191122" sldId="298"/>
        </pc:sldMkLst>
      </pc:sldChg>
      <pc:sldChg chg="addSp delSp modSp new del mod">
        <pc:chgData name="Osera, Peter-Michael" userId="90445edc-0a63-48ed-aba1-7e7e8c59d194" providerId="ADAL" clId="{EB1FDC51-7E0C-A14C-AAA6-A03BFA8AB4DC}" dt="2025-09-22T11:54:41.996" v="2012" actId="2696"/>
        <pc:sldMkLst>
          <pc:docMk/>
          <pc:sldMk cId="2419537678" sldId="299"/>
        </pc:sldMkLst>
      </pc:sldChg>
      <pc:sldChg chg="modSp new mod modAnim">
        <pc:chgData name="Osera, Peter-Michael" userId="90445edc-0a63-48ed-aba1-7e7e8c59d194" providerId="ADAL" clId="{EB1FDC51-7E0C-A14C-AAA6-A03BFA8AB4DC}" dt="2025-09-22T13:13:43.225" v="3794"/>
        <pc:sldMkLst>
          <pc:docMk/>
          <pc:sldMk cId="579294211" sldId="300"/>
        </pc:sldMkLst>
      </pc:sldChg>
      <pc:sldChg chg="modSp new mod modAnim">
        <pc:chgData name="Osera, Peter-Michael" userId="90445edc-0a63-48ed-aba1-7e7e8c59d194" providerId="ADAL" clId="{EB1FDC51-7E0C-A14C-AAA6-A03BFA8AB4DC}" dt="2025-09-22T13:13:55.493" v="3798"/>
        <pc:sldMkLst>
          <pc:docMk/>
          <pc:sldMk cId="1085653448" sldId="301"/>
        </pc:sldMkLst>
      </pc:sldChg>
      <pc:sldChg chg="modSp add mod">
        <pc:chgData name="Osera, Peter-Michael" userId="90445edc-0a63-48ed-aba1-7e7e8c59d194" providerId="ADAL" clId="{EB1FDC51-7E0C-A14C-AAA6-A03BFA8AB4DC}" dt="2025-09-22T12:07:15.225" v="3220" actId="20577"/>
        <pc:sldMkLst>
          <pc:docMk/>
          <pc:sldMk cId="241780877" sldId="302"/>
        </pc:sldMkLst>
      </pc:sldChg>
      <pc:sldChg chg="modSp new mod">
        <pc:chgData name="Osera, Peter-Michael" userId="90445edc-0a63-48ed-aba1-7e7e8c59d194" providerId="ADAL" clId="{EB1FDC51-7E0C-A14C-AAA6-A03BFA8AB4DC}" dt="2025-09-22T12:12:24.238" v="3788" actId="20577"/>
        <pc:sldMkLst>
          <pc:docMk/>
          <pc:sldMk cId="3790888943" sldId="303"/>
        </pc:sldMkLst>
      </pc:sldChg>
    </pc:docChg>
  </pc:docChgLst>
  <pc:docChgLst>
    <pc:chgData name="Osera, Peter-Michael" userId="90445edc-0a63-48ed-aba1-7e7e8c59d194" providerId="ADAL" clId="{850E62F6-52EF-AD40-A9CA-56F184EA5224}"/>
    <pc:docChg chg="undo custSel addSld delSld modSld">
      <pc:chgData name="Osera, Peter-Michael" userId="90445edc-0a63-48ed-aba1-7e7e8c59d194" providerId="ADAL" clId="{850E62F6-52EF-AD40-A9CA-56F184EA5224}" dt="2025-09-10T12:57:28.082" v="3349" actId="404"/>
      <pc:docMkLst>
        <pc:docMk/>
      </pc:docMkLst>
      <pc:sldChg chg="del">
        <pc:chgData name="Osera, Peter-Michael" userId="90445edc-0a63-48ed-aba1-7e7e8c59d194" providerId="ADAL" clId="{850E62F6-52EF-AD40-A9CA-56F184EA5224}" dt="2025-09-10T03:33:36.385" v="559" actId="2696"/>
        <pc:sldMkLst>
          <pc:docMk/>
          <pc:sldMk cId="749374041" sldId="257"/>
        </pc:sldMkLst>
      </pc:sldChg>
      <pc:sldChg chg="modSp mod">
        <pc:chgData name="Osera, Peter-Michael" userId="90445edc-0a63-48ed-aba1-7e7e8c59d194" providerId="ADAL" clId="{850E62F6-52EF-AD40-A9CA-56F184EA5224}" dt="2025-09-10T12:50:05.552" v="2788" actId="20577"/>
        <pc:sldMkLst>
          <pc:docMk/>
          <pc:sldMk cId="3366898370" sldId="269"/>
        </pc:sldMkLst>
      </pc:sldChg>
      <pc:sldChg chg="del">
        <pc:chgData name="Osera, Peter-Michael" userId="90445edc-0a63-48ed-aba1-7e7e8c59d194" providerId="ADAL" clId="{850E62F6-52EF-AD40-A9CA-56F184EA5224}" dt="2025-09-10T03:33:36.403" v="564" actId="2696"/>
        <pc:sldMkLst>
          <pc:docMk/>
          <pc:sldMk cId="214397117" sldId="270"/>
        </pc:sldMkLst>
      </pc:sldChg>
      <pc:sldChg chg="del">
        <pc:chgData name="Osera, Peter-Michael" userId="90445edc-0a63-48ed-aba1-7e7e8c59d194" providerId="ADAL" clId="{850E62F6-52EF-AD40-A9CA-56F184EA5224}" dt="2025-09-10T03:33:36.389" v="561" actId="2696"/>
        <pc:sldMkLst>
          <pc:docMk/>
          <pc:sldMk cId="1736283398" sldId="271"/>
        </pc:sldMkLst>
      </pc:sldChg>
      <pc:sldChg chg="del">
        <pc:chgData name="Osera, Peter-Michael" userId="90445edc-0a63-48ed-aba1-7e7e8c59d194" providerId="ADAL" clId="{850E62F6-52EF-AD40-A9CA-56F184EA5224}" dt="2025-09-10T03:33:36.391" v="563" actId="2696"/>
        <pc:sldMkLst>
          <pc:docMk/>
          <pc:sldMk cId="1004526692" sldId="272"/>
        </pc:sldMkLst>
      </pc:sldChg>
      <pc:sldChg chg="del">
        <pc:chgData name="Osera, Peter-Michael" userId="90445edc-0a63-48ed-aba1-7e7e8c59d194" providerId="ADAL" clId="{850E62F6-52EF-AD40-A9CA-56F184EA5224}" dt="2025-09-10T03:33:36.387" v="560" actId="2696"/>
        <pc:sldMkLst>
          <pc:docMk/>
          <pc:sldMk cId="3474594348" sldId="273"/>
        </pc:sldMkLst>
      </pc:sldChg>
      <pc:sldChg chg="del">
        <pc:chgData name="Osera, Peter-Michael" userId="90445edc-0a63-48ed-aba1-7e7e8c59d194" providerId="ADAL" clId="{850E62F6-52EF-AD40-A9CA-56F184EA5224}" dt="2025-09-10T03:33:36.390" v="562" actId="2696"/>
        <pc:sldMkLst>
          <pc:docMk/>
          <pc:sldMk cId="2002510537" sldId="274"/>
        </pc:sldMkLst>
      </pc:sldChg>
      <pc:sldChg chg="addSp delSp modSp new mod">
        <pc:chgData name="Osera, Peter-Michael" userId="90445edc-0a63-48ed-aba1-7e7e8c59d194" providerId="ADAL" clId="{850E62F6-52EF-AD40-A9CA-56F184EA5224}" dt="2025-09-10T01:37:50.409" v="287" actId="20577"/>
        <pc:sldMkLst>
          <pc:docMk/>
          <pc:sldMk cId="3236030729" sldId="275"/>
        </pc:sldMkLst>
      </pc:sldChg>
      <pc:sldChg chg="addSp delSp modSp new mod modClrScheme chgLayout">
        <pc:chgData name="Osera, Peter-Michael" userId="90445edc-0a63-48ed-aba1-7e7e8c59d194" providerId="ADAL" clId="{850E62F6-52EF-AD40-A9CA-56F184EA5224}" dt="2025-09-10T01:23:39.913" v="165" actId="20577"/>
        <pc:sldMkLst>
          <pc:docMk/>
          <pc:sldMk cId="919553883" sldId="276"/>
        </pc:sldMkLst>
      </pc:sldChg>
      <pc:sldChg chg="modSp new mod">
        <pc:chgData name="Osera, Peter-Michael" userId="90445edc-0a63-48ed-aba1-7e7e8c59d194" providerId="ADAL" clId="{850E62F6-52EF-AD40-A9CA-56F184EA5224}" dt="2025-09-10T12:15:35.895" v="1030" actId="20577"/>
        <pc:sldMkLst>
          <pc:docMk/>
          <pc:sldMk cId="4290934021" sldId="277"/>
        </pc:sldMkLst>
      </pc:sldChg>
      <pc:sldChg chg="addSp modSp new mod modClrScheme modAnim chgLayout">
        <pc:chgData name="Osera, Peter-Michael" userId="90445edc-0a63-48ed-aba1-7e7e8c59d194" providerId="ADAL" clId="{850E62F6-52EF-AD40-A9CA-56F184EA5224}" dt="2025-09-10T12:50:01.660" v="2787" actId="113"/>
        <pc:sldMkLst>
          <pc:docMk/>
          <pc:sldMk cId="1497755310" sldId="278"/>
        </pc:sldMkLst>
      </pc:sldChg>
      <pc:sldChg chg="addSp delSp modSp new mod modAnim">
        <pc:chgData name="Osera, Peter-Michael" userId="90445edc-0a63-48ed-aba1-7e7e8c59d194" providerId="ADAL" clId="{850E62F6-52EF-AD40-A9CA-56F184EA5224}" dt="2025-09-10T12:37:05.697" v="1681" actId="20577"/>
        <pc:sldMkLst>
          <pc:docMk/>
          <pc:sldMk cId="1674227849" sldId="279"/>
        </pc:sldMkLst>
      </pc:sldChg>
      <pc:sldChg chg="modSp new mod">
        <pc:chgData name="Osera, Peter-Michael" userId="90445edc-0a63-48ed-aba1-7e7e8c59d194" providerId="ADAL" clId="{850E62F6-52EF-AD40-A9CA-56F184EA5224}" dt="2025-09-10T12:18:07.318" v="1084" actId="20577"/>
        <pc:sldMkLst>
          <pc:docMk/>
          <pc:sldMk cId="885856844" sldId="280"/>
        </pc:sldMkLst>
      </pc:sldChg>
      <pc:sldChg chg="modSp new mod">
        <pc:chgData name="Osera, Peter-Michael" userId="90445edc-0a63-48ed-aba1-7e7e8c59d194" providerId="ADAL" clId="{850E62F6-52EF-AD40-A9CA-56F184EA5224}" dt="2025-09-10T12:47:23.257" v="2546" actId="20577"/>
        <pc:sldMkLst>
          <pc:docMk/>
          <pc:sldMk cId="1741878623" sldId="281"/>
        </pc:sldMkLst>
      </pc:sldChg>
      <pc:sldChg chg="modSp new mod modAnim">
        <pc:chgData name="Osera, Peter-Michael" userId="90445edc-0a63-48ed-aba1-7e7e8c59d194" providerId="ADAL" clId="{850E62F6-52EF-AD40-A9CA-56F184EA5224}" dt="2025-09-10T12:50:18.308" v="2791" actId="27636"/>
        <pc:sldMkLst>
          <pc:docMk/>
          <pc:sldMk cId="4210201057" sldId="282"/>
        </pc:sldMkLst>
      </pc:sldChg>
      <pc:sldChg chg="modSp new del mod">
        <pc:chgData name="Osera, Peter-Michael" userId="90445edc-0a63-48ed-aba1-7e7e8c59d194" providerId="ADAL" clId="{850E62F6-52EF-AD40-A9CA-56F184EA5224}" dt="2025-09-10T12:45:33.367" v="2367" actId="2696"/>
        <pc:sldMkLst>
          <pc:docMk/>
          <pc:sldMk cId="1143682774" sldId="283"/>
        </pc:sldMkLst>
      </pc:sldChg>
      <pc:sldChg chg="modSp new mod">
        <pc:chgData name="Osera, Peter-Michael" userId="90445edc-0a63-48ed-aba1-7e7e8c59d194" providerId="ADAL" clId="{850E62F6-52EF-AD40-A9CA-56F184EA5224}" dt="2025-09-10T12:47:35.243" v="2577" actId="20577"/>
        <pc:sldMkLst>
          <pc:docMk/>
          <pc:sldMk cId="4123150192" sldId="283"/>
        </pc:sldMkLst>
      </pc:sldChg>
      <pc:sldChg chg="modSp new mod">
        <pc:chgData name="Osera, Peter-Michael" userId="90445edc-0a63-48ed-aba1-7e7e8c59d194" providerId="ADAL" clId="{850E62F6-52EF-AD40-A9CA-56F184EA5224}" dt="2025-09-10T12:57:28.082" v="3349" actId="404"/>
        <pc:sldMkLst>
          <pc:docMk/>
          <pc:sldMk cId="2047074440" sldId="284"/>
        </pc:sldMkLst>
      </pc:sldChg>
      <pc:sldChg chg="modSp new del mod">
        <pc:chgData name="Osera, Peter-Michael" userId="90445edc-0a63-48ed-aba1-7e7e8c59d194" providerId="ADAL" clId="{850E62F6-52EF-AD40-A9CA-56F184EA5224}" dt="2025-09-10T12:50:13.742" v="2789" actId="2696"/>
        <pc:sldMkLst>
          <pc:docMk/>
          <pc:sldMk cId="3742660700" sldId="284"/>
        </pc:sldMkLst>
      </pc:sldChg>
      <pc:sldChg chg="modSp new del mod">
        <pc:chgData name="Osera, Peter-Michael" userId="90445edc-0a63-48ed-aba1-7e7e8c59d194" providerId="ADAL" clId="{850E62F6-52EF-AD40-A9CA-56F184EA5224}" dt="2025-09-10T12:54:58.319" v="3112" actId="2696"/>
        <pc:sldMkLst>
          <pc:docMk/>
          <pc:sldMk cId="438884760" sldId="285"/>
        </pc:sldMkLst>
      </pc:sldChg>
      <pc:sldChg chg="modSp new del mod">
        <pc:chgData name="Osera, Peter-Michael" userId="90445edc-0a63-48ed-aba1-7e7e8c59d194" providerId="ADAL" clId="{850E62F6-52EF-AD40-A9CA-56F184EA5224}" dt="2025-09-10T12:53:29" v="2929" actId="2696"/>
        <pc:sldMkLst>
          <pc:docMk/>
          <pc:sldMk cId="1418370906" sldId="285"/>
        </pc:sldMkLst>
      </pc:sldChg>
      <pc:sldChg chg="modSp new mod">
        <pc:chgData name="Osera, Peter-Michael" userId="90445edc-0a63-48ed-aba1-7e7e8c59d194" providerId="ADAL" clId="{850E62F6-52EF-AD40-A9CA-56F184EA5224}" dt="2025-09-10T12:55:08.407" v="3146" actId="20577"/>
        <pc:sldMkLst>
          <pc:docMk/>
          <pc:sldMk cId="1493170126" sldId="285"/>
        </pc:sldMkLst>
      </pc:sldChg>
    </pc:docChg>
  </pc:docChgLst>
  <pc:docChgLst>
    <pc:chgData name="Osera, Peter-Michael" userId="90445edc-0a63-48ed-aba1-7e7e8c59d194" providerId="ADAL" clId="{06DE5988-FC09-C84A-9B09-96B81D16962F}"/>
    <pc:docChg chg="custSel addSld delSld modSld">
      <pc:chgData name="Osera, Peter-Michael" userId="90445edc-0a63-48ed-aba1-7e7e8c59d194" providerId="ADAL" clId="{06DE5988-FC09-C84A-9B09-96B81D16962F}" dt="2025-10-01T12:17:19.627" v="1209" actId="20577"/>
      <pc:docMkLst>
        <pc:docMk/>
      </pc:docMkLst>
      <pc:sldChg chg="modSp mod">
        <pc:chgData name="Osera, Peter-Michael" userId="90445edc-0a63-48ed-aba1-7e7e8c59d194" providerId="ADAL" clId="{06DE5988-FC09-C84A-9B09-96B81D16962F}" dt="2025-10-01T11:34:48.648" v="21" actId="20577"/>
        <pc:sldMkLst>
          <pc:docMk/>
          <pc:sldMk cId="3366898370" sldId="269"/>
        </pc:sldMkLst>
      </pc:sldChg>
      <pc:sldChg chg="modSp mod">
        <pc:chgData name="Osera, Peter-Michael" userId="90445edc-0a63-48ed-aba1-7e7e8c59d194" providerId="ADAL" clId="{06DE5988-FC09-C84A-9B09-96B81D16962F}" dt="2025-10-01T11:34:53.573" v="23" actId="27636"/>
        <pc:sldMkLst>
          <pc:docMk/>
          <pc:sldMk cId="4290934021" sldId="277"/>
        </pc:sldMkLst>
      </pc:sldChg>
      <pc:sldChg chg="addSp delSp modSp new mod modClrScheme chgLayout">
        <pc:chgData name="Osera, Peter-Michael" userId="90445edc-0a63-48ed-aba1-7e7e8c59d194" providerId="ADAL" clId="{06DE5988-FC09-C84A-9B09-96B81D16962F}" dt="2025-10-01T12:17:19.627" v="1209" actId="20577"/>
        <pc:sldMkLst>
          <pc:docMk/>
          <pc:sldMk cId="1959454994" sldId="278"/>
        </pc:sldMkLst>
      </pc:sldChg>
      <pc:sldChg chg="modSp new mod">
        <pc:chgData name="Osera, Peter-Michael" userId="90445edc-0a63-48ed-aba1-7e7e8c59d194" providerId="ADAL" clId="{06DE5988-FC09-C84A-9B09-96B81D16962F}" dt="2025-10-01T11:48:45.743" v="562" actId="20577"/>
        <pc:sldMkLst>
          <pc:docMk/>
          <pc:sldMk cId="800193888" sldId="279"/>
        </pc:sldMkLst>
      </pc:sldChg>
      <pc:sldChg chg="modSp new mod">
        <pc:chgData name="Osera, Peter-Michael" userId="90445edc-0a63-48ed-aba1-7e7e8c59d194" providerId="ADAL" clId="{06DE5988-FC09-C84A-9B09-96B81D16962F}" dt="2025-10-01T11:53:42.297" v="1200" actId="20577"/>
        <pc:sldMkLst>
          <pc:docMk/>
          <pc:sldMk cId="1518082609" sldId="280"/>
        </pc:sldMkLst>
      </pc:sldChg>
      <pc:sldChg chg="del">
        <pc:chgData name="Osera, Peter-Michael" userId="90445edc-0a63-48ed-aba1-7e7e8c59d194" providerId="ADAL" clId="{06DE5988-FC09-C84A-9B09-96B81D16962F}" dt="2025-10-01T11:34:56.131" v="24" actId="2696"/>
        <pc:sldMkLst>
          <pc:docMk/>
          <pc:sldMk cId="1820096326" sldId="291"/>
        </pc:sldMkLst>
      </pc:sldChg>
      <pc:sldChg chg="del">
        <pc:chgData name="Osera, Peter-Michael" userId="90445edc-0a63-48ed-aba1-7e7e8c59d194" providerId="ADAL" clId="{06DE5988-FC09-C84A-9B09-96B81D16962F}" dt="2025-10-01T11:35:01.362" v="25" actId="2696"/>
        <pc:sldMkLst>
          <pc:docMk/>
          <pc:sldMk cId="4230003344" sldId="320"/>
        </pc:sldMkLst>
      </pc:sldChg>
      <pc:sldChg chg="del">
        <pc:chgData name="Osera, Peter-Michael" userId="90445edc-0a63-48ed-aba1-7e7e8c59d194" providerId="ADAL" clId="{06DE5988-FC09-C84A-9B09-96B81D16962F}" dt="2025-10-01T11:35:01.372" v="29" actId="2696"/>
        <pc:sldMkLst>
          <pc:docMk/>
          <pc:sldMk cId="3199992382" sldId="321"/>
        </pc:sldMkLst>
      </pc:sldChg>
      <pc:sldChg chg="del">
        <pc:chgData name="Osera, Peter-Michael" userId="90445edc-0a63-48ed-aba1-7e7e8c59d194" providerId="ADAL" clId="{06DE5988-FC09-C84A-9B09-96B81D16962F}" dt="2025-10-01T11:35:01.363" v="26" actId="2696"/>
        <pc:sldMkLst>
          <pc:docMk/>
          <pc:sldMk cId="2786471809" sldId="322"/>
        </pc:sldMkLst>
      </pc:sldChg>
      <pc:sldChg chg="del">
        <pc:chgData name="Osera, Peter-Michael" userId="90445edc-0a63-48ed-aba1-7e7e8c59d194" providerId="ADAL" clId="{06DE5988-FC09-C84A-9B09-96B81D16962F}" dt="2025-10-01T11:35:01.364" v="28" actId="2696"/>
        <pc:sldMkLst>
          <pc:docMk/>
          <pc:sldMk cId="3171910730" sldId="323"/>
        </pc:sldMkLst>
      </pc:sldChg>
      <pc:sldChg chg="del">
        <pc:chgData name="Osera, Peter-Michael" userId="90445edc-0a63-48ed-aba1-7e7e8c59d194" providerId="ADAL" clId="{06DE5988-FC09-C84A-9B09-96B81D16962F}" dt="2025-10-01T11:35:01.364" v="27" actId="2696"/>
        <pc:sldMkLst>
          <pc:docMk/>
          <pc:sldMk cId="1988971713" sldId="324"/>
        </pc:sldMkLst>
      </pc:sldChg>
    </pc:docChg>
  </pc:docChgLst>
  <pc:docChgLst>
    <pc:chgData name="Osera, Peter-Michael" userId="90445edc-0a63-48ed-aba1-7e7e8c59d194" providerId="ADAL" clId="{15DD7E36-4A21-7144-B9C8-9E11E6FCD2B7}"/>
    <pc:docChg chg="undo custSel addSld delSld modSld">
      <pc:chgData name="Osera, Peter-Michael" userId="90445edc-0a63-48ed-aba1-7e7e8c59d194" providerId="ADAL" clId="{15DD7E36-4A21-7144-B9C8-9E11E6FCD2B7}" dt="2025-09-29T13:06:10.654" v="2044" actId="2696"/>
      <pc:docMkLst>
        <pc:docMk/>
      </pc:docMkLst>
      <pc:sldChg chg="modSp mod">
        <pc:chgData name="Osera, Peter-Michael" userId="90445edc-0a63-48ed-aba1-7e7e8c59d194" providerId="ADAL" clId="{15DD7E36-4A21-7144-B9C8-9E11E6FCD2B7}" dt="2025-09-28T19:08:15.410" v="33" actId="20577"/>
        <pc:sldMkLst>
          <pc:docMk/>
          <pc:sldMk cId="3366898370" sldId="269"/>
        </pc:sldMkLst>
      </pc:sldChg>
      <pc:sldChg chg="modSp mod">
        <pc:chgData name="Osera, Peter-Michael" userId="90445edc-0a63-48ed-aba1-7e7e8c59d194" providerId="ADAL" clId="{15DD7E36-4A21-7144-B9C8-9E11E6FCD2B7}" dt="2025-09-29T12:33:21.061" v="376" actId="15"/>
        <pc:sldMkLst>
          <pc:docMk/>
          <pc:sldMk cId="4290934021" sldId="277"/>
        </pc:sldMkLst>
      </pc:sldChg>
      <pc:sldChg chg="modSp add mod">
        <pc:chgData name="Osera, Peter-Michael" userId="90445edc-0a63-48ed-aba1-7e7e8c59d194" providerId="ADAL" clId="{15DD7E36-4A21-7144-B9C8-9E11E6FCD2B7}" dt="2025-09-29T12:38:33.016" v="674" actId="2711"/>
        <pc:sldMkLst>
          <pc:docMk/>
          <pc:sldMk cId="1820096326" sldId="291"/>
        </pc:sldMkLst>
      </pc:sldChg>
      <pc:sldChg chg="del">
        <pc:chgData name="Osera, Peter-Michael" userId="90445edc-0a63-48ed-aba1-7e7e8c59d194" providerId="ADAL" clId="{15DD7E36-4A21-7144-B9C8-9E11E6FCD2B7}" dt="2025-09-29T12:38:45.575" v="675" actId="2696"/>
        <pc:sldMkLst>
          <pc:docMk/>
          <pc:sldMk cId="1376670211" sldId="297"/>
        </pc:sldMkLst>
      </pc:sldChg>
      <pc:sldChg chg="del">
        <pc:chgData name="Osera, Peter-Michael" userId="90445edc-0a63-48ed-aba1-7e7e8c59d194" providerId="ADAL" clId="{15DD7E36-4A21-7144-B9C8-9E11E6FCD2B7}" dt="2025-09-29T13:06:10.654" v="2044" actId="2696"/>
        <pc:sldMkLst>
          <pc:docMk/>
          <pc:sldMk cId="3790888943" sldId="303"/>
        </pc:sldMkLst>
      </pc:sldChg>
      <pc:sldChg chg="del">
        <pc:chgData name="Osera, Peter-Michael" userId="90445edc-0a63-48ed-aba1-7e7e8c59d194" providerId="ADAL" clId="{15DD7E36-4A21-7144-B9C8-9E11E6FCD2B7}" dt="2025-09-29T12:38:49.128" v="676" actId="2696"/>
        <pc:sldMkLst>
          <pc:docMk/>
          <pc:sldMk cId="1688922382" sldId="305"/>
        </pc:sldMkLst>
      </pc:sldChg>
      <pc:sldChg chg="del">
        <pc:chgData name="Osera, Peter-Michael" userId="90445edc-0a63-48ed-aba1-7e7e8c59d194" providerId="ADAL" clId="{15DD7E36-4A21-7144-B9C8-9E11E6FCD2B7}" dt="2025-09-29T12:38:49.141" v="679" actId="2696"/>
        <pc:sldMkLst>
          <pc:docMk/>
          <pc:sldMk cId="460890497" sldId="306"/>
        </pc:sldMkLst>
      </pc:sldChg>
      <pc:sldChg chg="del">
        <pc:chgData name="Osera, Peter-Michael" userId="90445edc-0a63-48ed-aba1-7e7e8c59d194" providerId="ADAL" clId="{15DD7E36-4A21-7144-B9C8-9E11E6FCD2B7}" dt="2025-09-29T12:38:49.151" v="683" actId="2696"/>
        <pc:sldMkLst>
          <pc:docMk/>
          <pc:sldMk cId="2643962654" sldId="307"/>
        </pc:sldMkLst>
      </pc:sldChg>
      <pc:sldChg chg="del">
        <pc:chgData name="Osera, Peter-Michael" userId="90445edc-0a63-48ed-aba1-7e7e8c59d194" providerId="ADAL" clId="{15DD7E36-4A21-7144-B9C8-9E11E6FCD2B7}" dt="2025-09-29T12:38:49.143" v="682" actId="2696"/>
        <pc:sldMkLst>
          <pc:docMk/>
          <pc:sldMk cId="3487508674" sldId="308"/>
        </pc:sldMkLst>
      </pc:sldChg>
      <pc:sldChg chg="del">
        <pc:chgData name="Osera, Peter-Michael" userId="90445edc-0a63-48ed-aba1-7e7e8c59d194" providerId="ADAL" clId="{15DD7E36-4A21-7144-B9C8-9E11E6FCD2B7}" dt="2025-09-29T12:38:49.163" v="688" actId="2696"/>
        <pc:sldMkLst>
          <pc:docMk/>
          <pc:sldMk cId="3376477613" sldId="310"/>
        </pc:sldMkLst>
      </pc:sldChg>
      <pc:sldChg chg="del">
        <pc:chgData name="Osera, Peter-Michael" userId="90445edc-0a63-48ed-aba1-7e7e8c59d194" providerId="ADAL" clId="{15DD7E36-4A21-7144-B9C8-9E11E6FCD2B7}" dt="2025-09-29T12:38:49.130" v="677" actId="2696"/>
        <pc:sldMkLst>
          <pc:docMk/>
          <pc:sldMk cId="1344061209" sldId="311"/>
        </pc:sldMkLst>
      </pc:sldChg>
      <pc:sldChg chg="del">
        <pc:chgData name="Osera, Peter-Michael" userId="90445edc-0a63-48ed-aba1-7e7e8c59d194" providerId="ADAL" clId="{15DD7E36-4A21-7144-B9C8-9E11E6FCD2B7}" dt="2025-09-29T12:38:49.153" v="686" actId="2696"/>
        <pc:sldMkLst>
          <pc:docMk/>
          <pc:sldMk cId="1853578678" sldId="312"/>
        </pc:sldMkLst>
      </pc:sldChg>
      <pc:sldChg chg="del">
        <pc:chgData name="Osera, Peter-Michael" userId="90445edc-0a63-48ed-aba1-7e7e8c59d194" providerId="ADAL" clId="{15DD7E36-4A21-7144-B9C8-9E11E6FCD2B7}" dt="2025-09-29T12:38:49.143" v="681" actId="2696"/>
        <pc:sldMkLst>
          <pc:docMk/>
          <pc:sldMk cId="1099397142" sldId="313"/>
        </pc:sldMkLst>
      </pc:sldChg>
      <pc:sldChg chg="del">
        <pc:chgData name="Osera, Peter-Michael" userId="90445edc-0a63-48ed-aba1-7e7e8c59d194" providerId="ADAL" clId="{15DD7E36-4A21-7144-B9C8-9E11E6FCD2B7}" dt="2025-09-29T12:38:49.151" v="684" actId="2696"/>
        <pc:sldMkLst>
          <pc:docMk/>
          <pc:sldMk cId="753389821" sldId="314"/>
        </pc:sldMkLst>
      </pc:sldChg>
      <pc:sldChg chg="del">
        <pc:chgData name="Osera, Peter-Michael" userId="90445edc-0a63-48ed-aba1-7e7e8c59d194" providerId="ADAL" clId="{15DD7E36-4A21-7144-B9C8-9E11E6FCD2B7}" dt="2025-09-29T12:38:49.142" v="680" actId="2696"/>
        <pc:sldMkLst>
          <pc:docMk/>
          <pc:sldMk cId="2040358606" sldId="315"/>
        </pc:sldMkLst>
      </pc:sldChg>
      <pc:sldChg chg="del">
        <pc:chgData name="Osera, Peter-Michael" userId="90445edc-0a63-48ed-aba1-7e7e8c59d194" providerId="ADAL" clId="{15DD7E36-4A21-7144-B9C8-9E11E6FCD2B7}" dt="2025-09-29T12:38:49.154" v="687" actId="2696"/>
        <pc:sldMkLst>
          <pc:docMk/>
          <pc:sldMk cId="267789503" sldId="316"/>
        </pc:sldMkLst>
      </pc:sldChg>
      <pc:sldChg chg="del">
        <pc:chgData name="Osera, Peter-Michael" userId="90445edc-0a63-48ed-aba1-7e7e8c59d194" providerId="ADAL" clId="{15DD7E36-4A21-7144-B9C8-9E11E6FCD2B7}" dt="2025-09-29T12:38:49.152" v="685" actId="2696"/>
        <pc:sldMkLst>
          <pc:docMk/>
          <pc:sldMk cId="1036037402" sldId="317"/>
        </pc:sldMkLst>
      </pc:sldChg>
      <pc:sldChg chg="del">
        <pc:chgData name="Osera, Peter-Michael" userId="90445edc-0a63-48ed-aba1-7e7e8c59d194" providerId="ADAL" clId="{15DD7E36-4A21-7144-B9C8-9E11E6FCD2B7}" dt="2025-09-29T12:38:49.131" v="678" actId="2696"/>
        <pc:sldMkLst>
          <pc:docMk/>
          <pc:sldMk cId="3576794505" sldId="318"/>
        </pc:sldMkLst>
      </pc:sldChg>
      <pc:sldChg chg="add del">
        <pc:chgData name="Osera, Peter-Michael" userId="90445edc-0a63-48ed-aba1-7e7e8c59d194" providerId="ADAL" clId="{15DD7E36-4A21-7144-B9C8-9E11E6FCD2B7}" dt="2025-09-29T13:03:38.654" v="2043" actId="2696"/>
        <pc:sldMkLst>
          <pc:docMk/>
          <pc:sldMk cId="674321864" sldId="319"/>
        </pc:sldMkLst>
      </pc:sldChg>
      <pc:sldChg chg="addSp modSp new mod modClrScheme modAnim chgLayout">
        <pc:chgData name="Osera, Peter-Michael" userId="90445edc-0a63-48ed-aba1-7e7e8c59d194" providerId="ADAL" clId="{15DD7E36-4A21-7144-B9C8-9E11E6FCD2B7}" dt="2025-09-29T12:44:16.345" v="1124"/>
        <pc:sldMkLst>
          <pc:docMk/>
          <pc:sldMk cId="4230003344" sldId="320"/>
        </pc:sldMkLst>
      </pc:sldChg>
      <pc:sldChg chg="addSp delSp modSp new mod modClrScheme modAnim chgLayout">
        <pc:chgData name="Osera, Peter-Michael" userId="90445edc-0a63-48ed-aba1-7e7e8c59d194" providerId="ADAL" clId="{15DD7E36-4A21-7144-B9C8-9E11E6FCD2B7}" dt="2025-09-29T12:43:23.832" v="1043" actId="20577"/>
        <pc:sldMkLst>
          <pc:docMk/>
          <pc:sldMk cId="3199992382" sldId="321"/>
        </pc:sldMkLst>
      </pc:sldChg>
      <pc:sldChg chg="new del">
        <pc:chgData name="Osera, Peter-Michael" userId="90445edc-0a63-48ed-aba1-7e7e8c59d194" providerId="ADAL" clId="{15DD7E36-4A21-7144-B9C8-9E11E6FCD2B7}" dt="2025-09-29T12:43:32.441" v="1045" actId="2696"/>
        <pc:sldMkLst>
          <pc:docMk/>
          <pc:sldMk cId="2488106596" sldId="322"/>
        </pc:sldMkLst>
      </pc:sldChg>
      <pc:sldChg chg="addSp delSp modSp new mod">
        <pc:chgData name="Osera, Peter-Michael" userId="90445edc-0a63-48ed-aba1-7e7e8c59d194" providerId="ADAL" clId="{15DD7E36-4A21-7144-B9C8-9E11E6FCD2B7}" dt="2025-09-29T12:46:45.636" v="1211" actId="20577"/>
        <pc:sldMkLst>
          <pc:docMk/>
          <pc:sldMk cId="2786471809" sldId="322"/>
        </pc:sldMkLst>
      </pc:sldChg>
      <pc:sldChg chg="addSp modSp new mod">
        <pc:chgData name="Osera, Peter-Michael" userId="90445edc-0a63-48ed-aba1-7e7e8c59d194" providerId="ADAL" clId="{15DD7E36-4A21-7144-B9C8-9E11E6FCD2B7}" dt="2025-09-29T12:49:01.784" v="1268" actId="1076"/>
        <pc:sldMkLst>
          <pc:docMk/>
          <pc:sldMk cId="3171910730" sldId="323"/>
        </pc:sldMkLst>
      </pc:sldChg>
      <pc:sldChg chg="modSp new mod modAnim">
        <pc:chgData name="Osera, Peter-Michael" userId="90445edc-0a63-48ed-aba1-7e7e8c59d194" providerId="ADAL" clId="{15DD7E36-4A21-7144-B9C8-9E11E6FCD2B7}" dt="2025-09-29T12:57:02.994" v="2042" actId="20577"/>
        <pc:sldMkLst>
          <pc:docMk/>
          <pc:sldMk cId="1988971713" sldId="324"/>
        </pc:sldMkLst>
      </pc:sldChg>
    </pc:docChg>
  </pc:docChgLst>
  <pc:docChgLst>
    <pc:chgData name="Osera, Peter-Michael" userId="S::osera@grinnell.edu::90445edc-0a63-48ed-aba1-7e7e8c59d194" providerId="AD" clId="Web-{EBD4C151-DAC5-DD1F-7BE9-C88319955AD0}"/>
    <pc:docChg chg="addSld delSld modSld sldOrd">
      <pc:chgData name="Osera, Peter-Michael" userId="S::osera@grinnell.edu::90445edc-0a63-48ed-aba1-7e7e8c59d194" providerId="AD" clId="Web-{EBD4C151-DAC5-DD1F-7BE9-C88319955AD0}" dt="2025-09-12T12:43:22.232" v="290" actId="20577"/>
      <pc:docMkLst>
        <pc:docMk/>
      </pc:docMkLst>
      <pc:sldChg chg="modSp del">
        <pc:chgData name="Osera, Peter-Michael" userId="S::osera@grinnell.edu::90445edc-0a63-48ed-aba1-7e7e8c59d194" providerId="AD" clId="Web-{EBD4C151-DAC5-DD1F-7BE9-C88319955AD0}" dt="2025-09-12T12:10:42.858" v="2"/>
        <pc:sldMkLst>
          <pc:docMk/>
          <pc:sldMk cId="1741878623" sldId="281"/>
        </pc:sldMkLst>
      </pc:sldChg>
      <pc:sldChg chg="ord">
        <pc:chgData name="Osera, Peter-Michael" userId="S::osera@grinnell.edu::90445edc-0a63-48ed-aba1-7e7e8c59d194" providerId="AD" clId="Web-{EBD4C151-DAC5-DD1F-7BE9-C88319955AD0}" dt="2025-09-12T12:10:30.388" v="0"/>
        <pc:sldMkLst>
          <pc:docMk/>
          <pc:sldMk cId="4210201057" sldId="282"/>
        </pc:sldMkLst>
      </pc:sldChg>
      <pc:sldChg chg="modSp new">
        <pc:chgData name="Osera, Peter-Michael" userId="S::osera@grinnell.edu::90445edc-0a63-48ed-aba1-7e7e8c59d194" providerId="AD" clId="Web-{EBD4C151-DAC5-DD1F-7BE9-C88319955AD0}" dt="2025-09-12T12:43:22.232" v="290" actId="20577"/>
        <pc:sldMkLst>
          <pc:docMk/>
          <pc:sldMk cId="3488208123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F3128-546E-8F4B-BFBA-8274C74580BE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A89E1-F3EE-3C48-88E4-A6B36CC5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5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D132-61B2-B89A-9A56-F33E47E1C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113F8-1F31-19D5-B337-759CC5652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0C0AD-0015-3C3C-149C-07A68F87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25D2F-5B02-FDE9-42A6-1AC027C9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BB9E6-6617-6E5A-2187-BEE32949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9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DA5F-677D-8D5C-8695-AA49E262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EE4D3-CEAE-3375-369E-6CBAF0152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584B0-2103-6E53-5960-D0E9B6B6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0CB59-E3B4-6C67-C822-6B9DAD24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33F8A-A334-86E2-A0E6-089D0438C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7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7797-7AE0-A8FF-D5C3-19054285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38F29-29B7-ED56-FF13-9F47063E1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BF98D-9814-932F-6F18-E49FEA3D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2803-2675-CB0C-6A65-8419BD33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3443-64CB-BBEF-B08F-97E5D01E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0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AA48-606C-AB5C-6284-F3E0A339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6A88-ED94-4513-D98F-13BF21736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49A6C-34C4-5900-714A-E31D5050A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17B56-3B1F-B7C6-02A1-1D56169F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CBEEC-1449-5573-13DD-1BF8FBDF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DCC1A-0D70-FEE4-B447-4325D80E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9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7FF6-EC5D-22EE-3102-E0FA6D8D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DA052-E0D0-CDE9-BBB1-0C7046440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429FB-3CB3-0A8F-D3A6-3A1B05A23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6F094-988B-F8AA-CDDD-655636F6E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FFA49-12CE-3EAE-D603-C40085F47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B1CA38-3F80-5D5F-200F-E0055F6D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C9C81-9613-FCB6-EA4C-97F354589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BA67E-596C-8D9F-D875-A2CD9C1B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9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D769-940E-7A10-F621-7870A816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E9075-91F0-47CB-8B70-FFD04C42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9778A-ECC1-07AF-CF30-C91E5D71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6948E-EDAE-F4CA-B8C0-100190D2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9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90CB76-6EBD-CDD2-97C1-B7665FF2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93082-59F8-35C6-35B2-B588CF31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0B107-DE38-4052-3077-4DB71F15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8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C920-EAB0-2221-2B89-84BC859E2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3406-5CB5-F6F5-4BE3-01839006E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0DC2-EB08-7A2F-CDD0-B0C390BBF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521F9-16DF-3630-0A85-07E559F5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A72D5-AA50-4ED4-B296-CC9AFC99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F329B-B5C9-8BA6-5D6D-124CE38B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0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2A0B-829E-119A-B8EF-482A69755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3F80D-EE5B-ACD4-67C2-B57DCD8BF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30EF0-ED91-5D4B-5E18-78612F5F5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668FB-59DE-9B0F-57BF-D4381F00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FACE4-BD46-EBC2-35AE-FDB65B45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68B35-FCED-40BC-D185-A05E99CF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7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44EE-85E1-FEEB-0D4E-5C7AD212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2B518-16EC-C468-0746-9066D171E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977B3-A778-27AB-02CF-55A47780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88C65-B206-0B6A-A6D4-258FD4717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A1339-9BF8-B4A0-956F-FE2E2801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8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5FD06-1A4C-B5C2-3D0F-606554049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12A1E-E22B-8B36-98E3-8B7F21930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2F54-5ED7-6CBE-FB42-637898FB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0E62-611D-92E6-66B1-5E8DABB85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BC796-2AAB-390A-5BA0-D559CA6D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4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0271B-BF64-F872-E34D-D7AC46B2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EF87C-96D6-B572-D53D-F2A707C2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BBA12-DDEC-F8AE-B54F-4D314BA90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B255C-FDC2-874F-884C-9F77C80767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DA4D-753D-8942-8861-69FFA8ADE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4CD2A-532C-F017-861E-20C4A7412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A42C2-D053-6947-89D3-E6B8C1EB5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6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5D895-C2F2-E60E-06BF-2F239681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6053-17C8-8243-A0F9-5BFBCE1A6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Testing Infrastructure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1F48C-569E-2204-D3A8-6A38B289B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 324: Software Development and Design</a:t>
            </a:r>
          </a:p>
        </p:txBody>
      </p:sp>
    </p:spTree>
    <p:extLst>
      <p:ext uri="{BB962C8B-B14F-4D97-AF65-F5344CB8AC3E}">
        <p14:creationId xmlns:p14="http://schemas.microsoft.com/office/powerpoint/2010/main" val="336689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C350-1DB7-2AC7-D8CE-626B014E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722CC-1315-C6A1-E63E-C2B8744C9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Upcoming events: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CS table: Positive ways LLMs could be used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Tuesday, noon @ dining hall</a:t>
            </a:r>
          </a:p>
          <a:p>
            <a:pPr lvl="1"/>
            <a:r>
              <a:rPr lang="en-US" dirty="0"/>
              <a:t>CS extras: Nothing this week!</a:t>
            </a:r>
          </a:p>
          <a:p>
            <a:pPr lvl="2"/>
            <a:r>
              <a:rPr lang="en-US" dirty="0"/>
              <a:t>Thursday, October 4 PM @ </a:t>
            </a:r>
            <a:r>
              <a:rPr lang="en-US" i="1" dirty="0"/>
              <a:t>Science 1023</a:t>
            </a:r>
            <a:endParaRPr lang="en-US" dirty="0"/>
          </a:p>
          <a:p>
            <a:r>
              <a:rPr lang="en-US" dirty="0"/>
              <a:t>Upcoming deadlines: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Sprint 1.2 begins today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Retrospective/planning during group work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1-on-1 focus questions: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What progress have you made in picking up relevant languages/libraries?</a:t>
            </a:r>
          </a:p>
          <a:p>
            <a:pPr lvl="3">
              <a:buFont typeface="Wingdings" pitchFamily="2" charset="2"/>
              <a:buChar char="q"/>
            </a:pPr>
            <a:r>
              <a:rPr lang="en-US" dirty="0"/>
              <a:t>Self-learning, infrastructure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Have you identified a component that you will work on? What is its purpose and how does it fit in the overall architecture of the program?</a:t>
            </a:r>
          </a:p>
          <a:p>
            <a:pPr lvl="3">
              <a:buFont typeface="Wingdings" pitchFamily="2" charset="2"/>
              <a:buChar char="q"/>
            </a:pPr>
            <a:r>
              <a:rPr lang="en-US" dirty="0"/>
              <a:t>Abstraction, architecture, testing</a:t>
            </a:r>
          </a:p>
        </p:txBody>
      </p:sp>
    </p:spTree>
    <p:extLst>
      <p:ext uri="{BB962C8B-B14F-4D97-AF65-F5344CB8AC3E}">
        <p14:creationId xmlns:p14="http://schemas.microsoft.com/office/powerpoint/2010/main" val="429093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5873-AA6B-1512-BE2B-FBB6B22B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Medium-scale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B7AB4-D42C-E1B8-3115-8D019D86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our program grows, we naturally want to </a:t>
            </a:r>
            <a:r>
              <a:rPr lang="en-US" i="1" dirty="0"/>
              <a:t>generalize</a:t>
            </a:r>
            <a:r>
              <a:rPr lang="en-US" dirty="0"/>
              <a:t> its behavior (e.g., more functionality, extensionality, etc.)</a:t>
            </a:r>
          </a:p>
          <a:p>
            <a:r>
              <a:rPr lang="en-US" dirty="0"/>
              <a:t>Generalization occurs in three dimensions:</a:t>
            </a:r>
          </a:p>
          <a:p>
            <a:pPr lvl="1"/>
            <a:r>
              <a:rPr lang="en-US" b="1" dirty="0"/>
              <a:t>Data layout</a:t>
            </a:r>
            <a:endParaRPr lang="en-US" dirty="0"/>
          </a:p>
          <a:p>
            <a:pPr lvl="1"/>
            <a:r>
              <a:rPr lang="en-US" b="1" dirty="0"/>
              <a:t>Data creation</a:t>
            </a:r>
          </a:p>
          <a:p>
            <a:pPr lvl="1"/>
            <a:r>
              <a:rPr lang="en-US" b="1" dirty="0"/>
              <a:t>Behavior</a:t>
            </a:r>
            <a:endParaRPr lang="en-US" dirty="0"/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Achieve generalization/extensionality</a:t>
            </a:r>
          </a:p>
          <a:p>
            <a:pPr lvl="1"/>
            <a:r>
              <a:rPr lang="en-US" dirty="0"/>
              <a:t>Preserve design principles (DRY, abstraction, etc.)</a:t>
            </a:r>
          </a:p>
          <a:p>
            <a:pPr lvl="1"/>
            <a:r>
              <a:rPr lang="en-US" dirty="0"/>
              <a:t>Maintain code cleanliness and sanity</a:t>
            </a:r>
          </a:p>
        </p:txBody>
      </p:sp>
    </p:spTree>
    <p:extLst>
      <p:ext uri="{BB962C8B-B14F-4D97-AF65-F5344CB8AC3E}">
        <p14:creationId xmlns:p14="http://schemas.microsoft.com/office/powerpoint/2010/main" val="168892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F271-F520-EB2C-ABB0-10823BC99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Small-scale design warm-up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EEC44-D5A8-A246-9355-7C517C18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7837" cy="14173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Imagine that you are trying to add print-debugging facilities to a collection of datatypes (i.e., classes). Should you prefer to write functions of the form: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0D183-DEC3-C154-E124-38ADFD77D62C}"/>
              </a:ext>
            </a:extLst>
          </p:cNvPr>
          <p:cNvSpPr txBox="1"/>
          <p:nvPr/>
        </p:nvSpPr>
        <p:spPr>
          <a:xfrm>
            <a:off x="838200" y="3615070"/>
            <a:ext cx="38596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Mono" panose="020B0009020202020204" pitchFamily="49" charset="0"/>
              </a:rPr>
              <a:t>// ...within a class</a:t>
            </a:r>
          </a:p>
          <a:p>
            <a:r>
              <a:rPr lang="en-US" dirty="0">
                <a:latin typeface="Aptos Mono" panose="020B0009020202020204" pitchFamily="49" charset="0"/>
              </a:rPr>
              <a:t>public void print() {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dirty="0">
                <a:latin typeface="Aptos Mono" panose="020B0009020202020204" pitchFamily="49" charset="0"/>
              </a:rPr>
              <a:t>  </a:t>
            </a:r>
            <a:r>
              <a:rPr lang="en-US" dirty="0" err="1">
                <a:latin typeface="Aptos Mono" panose="020B0009020202020204" pitchFamily="49" charset="0"/>
              </a:rPr>
              <a:t>System.out.println</a:t>
            </a:r>
            <a:r>
              <a:rPr lang="en-US" dirty="0">
                <a:latin typeface="Aptos Mono" panose="020B0009020202020204" pitchFamily="49" charset="0"/>
              </a:rPr>
              <a:t>(...);</a:t>
            </a:r>
          </a:p>
          <a:p>
            <a:r>
              <a:rPr lang="en-US" dirty="0">
                <a:latin typeface="Aptos Mono" panose="020B0009020202020204" pitchFamily="49" charset="0"/>
              </a:rPr>
              <a:t>}</a:t>
            </a:r>
            <a:br>
              <a:rPr lang="en-US" dirty="0">
                <a:latin typeface="Aptos Mono" panose="020B0009020202020204" pitchFamily="49" charset="0"/>
              </a:rPr>
            </a:br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// ...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 err="1">
                <a:latin typeface="Aptos Mono" panose="020B0009020202020204" pitchFamily="49" charset="0"/>
              </a:rPr>
              <a:t>myData.print</a:t>
            </a:r>
            <a:r>
              <a:rPr lang="en-US" dirty="0">
                <a:latin typeface="Aptos Mono" panose="020B0009020202020204" pitchFamily="49" charset="0"/>
              </a:rPr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43F4F-C64F-B6B1-B125-D741EE7768B6}"/>
              </a:ext>
            </a:extLst>
          </p:cNvPr>
          <p:cNvSpPr txBox="1"/>
          <p:nvPr/>
        </p:nvSpPr>
        <p:spPr>
          <a:xfrm>
            <a:off x="5158562" y="1380115"/>
            <a:ext cx="55891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Mono" panose="020B0009020202020204" pitchFamily="49" charset="0"/>
              </a:rPr>
              <a:t>// ...within a class</a:t>
            </a:r>
          </a:p>
          <a:p>
            <a:r>
              <a:rPr lang="en-US" dirty="0">
                <a:latin typeface="Aptos Mono" panose="020B0009020202020204" pitchFamily="49" charset="0"/>
              </a:rPr>
              <a:t>public String </a:t>
            </a:r>
            <a:r>
              <a:rPr lang="en-US" dirty="0" err="1">
                <a:latin typeface="Aptos Mono" panose="020B0009020202020204" pitchFamily="49" charset="0"/>
              </a:rPr>
              <a:t>toString</a:t>
            </a:r>
            <a:r>
              <a:rPr lang="en-US" dirty="0">
                <a:latin typeface="Aptos Mono" panose="020B0009020202020204" pitchFamily="49" charset="0"/>
              </a:rPr>
              <a:t>() {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dirty="0">
                <a:latin typeface="Aptos Mono" panose="020B0009020202020204" pitchFamily="49" charset="0"/>
              </a:rPr>
              <a:t>  return ... ;</a:t>
            </a:r>
          </a:p>
          <a:p>
            <a:r>
              <a:rPr lang="en-US" dirty="0">
                <a:latin typeface="Aptos Mono" panose="020B0009020202020204" pitchFamily="49" charset="0"/>
              </a:rPr>
              <a:t>}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// ...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 err="1">
                <a:latin typeface="Aptos Mono" panose="020B0009020202020204" pitchFamily="49" charset="0"/>
              </a:rPr>
              <a:t>System.out.println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myData.toString</a:t>
            </a:r>
            <a:r>
              <a:rPr lang="en-US" dirty="0">
                <a:latin typeface="Aptos Mono" panose="020B0009020202020204" pitchFamily="49" charset="0"/>
              </a:rPr>
              <a:t>());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B753A-5D3F-AF06-B454-2F4DF35B84EF}"/>
              </a:ext>
            </a:extLst>
          </p:cNvPr>
          <p:cNvSpPr txBox="1"/>
          <p:nvPr/>
        </p:nvSpPr>
        <p:spPr>
          <a:xfrm>
            <a:off x="5065635" y="3974632"/>
            <a:ext cx="55891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Mono" panose="020B0009020202020204" pitchFamily="49" charset="0"/>
              </a:rPr>
              <a:t>// ...within a class</a:t>
            </a:r>
          </a:p>
          <a:p>
            <a:r>
              <a:rPr lang="en-US" dirty="0">
                <a:latin typeface="Aptos Mono" panose="020B0009020202020204" pitchFamily="49" charset="0"/>
              </a:rPr>
              <a:t>public void write(</a:t>
            </a:r>
            <a:r>
              <a:rPr lang="en-US" dirty="0" err="1">
                <a:latin typeface="Aptos Mono" panose="020B0009020202020204" pitchFamily="49" charset="0"/>
              </a:rPr>
              <a:t>OutputStream</a:t>
            </a:r>
            <a:r>
              <a:rPr lang="en-US" dirty="0">
                <a:latin typeface="Aptos Mono" panose="020B0009020202020204" pitchFamily="49" charset="0"/>
              </a:rPr>
              <a:t> io) {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dirty="0">
                <a:latin typeface="Aptos Mono" panose="020B0009020202020204" pitchFamily="49" charset="0"/>
              </a:rPr>
              <a:t>  </a:t>
            </a:r>
            <a:r>
              <a:rPr lang="en-US" dirty="0" err="1">
                <a:latin typeface="Aptos Mono" panose="020B0009020202020204" pitchFamily="49" charset="0"/>
              </a:rPr>
              <a:t>io.println</a:t>
            </a:r>
            <a:r>
              <a:rPr lang="en-US" dirty="0">
                <a:latin typeface="Aptos Mono" panose="020B0009020202020204" pitchFamily="49" charset="0"/>
              </a:rPr>
              <a:t>(...)</a:t>
            </a:r>
          </a:p>
          <a:p>
            <a:r>
              <a:rPr lang="en-US" dirty="0">
                <a:latin typeface="Aptos Mono" panose="020B0009020202020204" pitchFamily="49" charset="0"/>
              </a:rPr>
              <a:t>}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// ...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write(</a:t>
            </a:r>
            <a:r>
              <a:rPr lang="en-US" dirty="0" err="1">
                <a:latin typeface="Aptos Mono" panose="020B0009020202020204" pitchFamily="49" charset="0"/>
              </a:rPr>
              <a:t>System.out</a:t>
            </a:r>
            <a:r>
              <a:rPr lang="en-US" dirty="0">
                <a:latin typeface="Aptos Mono" panose="020B0009020202020204" pitchFamily="49" charset="0"/>
              </a:rPr>
              <a:t>, </a:t>
            </a:r>
            <a:r>
              <a:rPr lang="en-US" dirty="0" err="1">
                <a:latin typeface="Aptos Mono" panose="020B0009020202020204" pitchFamily="49" charset="0"/>
              </a:rPr>
              <a:t>myData.toString</a:t>
            </a:r>
            <a:r>
              <a:rPr lang="en-US" dirty="0">
                <a:latin typeface="Aptos Mono" panose="020B000902020202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21491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DCDE-6AF6-2410-5DB9-5513AA0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Pattern: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4DE75-9062-5036-AA02-FBBA4677F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4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0BC0-E0F8-E118-0D3F-7B077E9F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Command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9A24-1026-F8C7-CE43-F83CDE6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away actions or </a:t>
            </a:r>
            <a:r>
              <a:rPr lang="en-US" i="1" dirty="0"/>
              <a:t>commands</a:t>
            </a:r>
            <a:r>
              <a:rPr lang="en-US" dirty="0"/>
              <a:t> that your program executes into a datatype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e.g., </a:t>
            </a:r>
            <a:r>
              <a:rPr lang="en-US" dirty="0">
                <a:latin typeface="Aptos Mono" panose="020B0009020202020204" pitchFamily="49" charset="0"/>
              </a:rPr>
              <a:t>interface Command { void execute(); }</a:t>
            </a:r>
          </a:p>
          <a:p>
            <a:r>
              <a:rPr lang="en-US" dirty="0"/>
              <a:t>Provides:</a:t>
            </a:r>
          </a:p>
          <a:p>
            <a:pPr lvl="1"/>
            <a:r>
              <a:rPr lang="en-US" dirty="0"/>
              <a:t>Composability of commands</a:t>
            </a:r>
          </a:p>
          <a:p>
            <a:pPr lvl="1"/>
            <a:r>
              <a:rPr lang="en-US" dirty="0"/>
              <a:t>"Componentizes" commands (e.g., for testing purposes)</a:t>
            </a:r>
          </a:p>
          <a:p>
            <a:pPr lvl="1"/>
            <a:r>
              <a:rPr lang="en-US" dirty="0"/>
              <a:t>Ornamentation of commands, i.e., adding additional data </a:t>
            </a:r>
            <a:r>
              <a:rPr lang="en-US"/>
              <a:t>for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89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E300-2FB2-1446-25CA-993917DF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Infuse Testing into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8C4F-72EC-965E-29D4-A9E285EE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Before development/during design</a:t>
            </a:r>
          </a:p>
          <a:p>
            <a:pPr lvl="1"/>
            <a:r>
              <a:rPr lang="en-US" dirty="0"/>
              <a:t>Test-driven development</a:t>
            </a:r>
          </a:p>
          <a:p>
            <a:r>
              <a:rPr lang="en-US" dirty="0"/>
              <a:t>During development</a:t>
            </a:r>
          </a:p>
          <a:p>
            <a:pPr lvl="1"/>
            <a:r>
              <a:rPr lang="en-US" dirty="0"/>
              <a:t>Testing frameworks with IDE support</a:t>
            </a:r>
          </a:p>
          <a:p>
            <a:pPr lvl="1"/>
            <a:r>
              <a:rPr lang="en-US" dirty="0"/>
              <a:t>Code coverage visualizers</a:t>
            </a:r>
          </a:p>
          <a:p>
            <a:r>
              <a:rPr lang="en-US" dirty="0"/>
              <a:t>On check-in</a:t>
            </a:r>
          </a:p>
          <a:p>
            <a:pPr lvl="1"/>
            <a:r>
              <a:rPr lang="en-US" dirty="0"/>
              <a:t>Git hooks (pre-commit/post-commit)</a:t>
            </a:r>
          </a:p>
          <a:p>
            <a:pPr lvl="1"/>
            <a:r>
              <a:rPr lang="en-US" b="1" dirty="0" err="1"/>
              <a:t>Github</a:t>
            </a:r>
            <a:r>
              <a:rPr lang="en-US" b="1" dirty="0"/>
              <a:t> actions</a:t>
            </a:r>
          </a:p>
          <a:p>
            <a:r>
              <a:rPr lang="en-US" dirty="0"/>
              <a:t>During maintenance</a:t>
            </a:r>
          </a:p>
          <a:p>
            <a:pPr lvl="1"/>
            <a:r>
              <a:rPr lang="en-US" dirty="0"/>
              <a:t>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800193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B7BCAC-752C-456F-E7A4-A8F7DE1E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Infusing testing/QA throughout the development pipeline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F846E-C93F-41B1-2999-55E40C14A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5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5D384E-EB55-8D58-51E8-E08CDCEA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36788-84D4-BE70-509C-C61D106A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14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6656-C41F-F9C4-5981-5406B66D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1.2: Retrospective and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A5760-25EC-C039-ED55-82B801AA3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Retrospective questions:</a:t>
            </a:r>
          </a:p>
          <a:p>
            <a:pPr lvl="1"/>
            <a:r>
              <a:rPr lang="en-US" dirty="0"/>
              <a:t>Did the team accomplish the goals it set up for this sprint? Why or why not?</a:t>
            </a:r>
          </a:p>
          <a:p>
            <a:pPr lvl="1"/>
            <a:r>
              <a:rPr lang="en-US" dirty="0"/>
              <a:t>How does our product backlog change (e.g., adding/deleting or prioritizing/deprioritizing tasks)?</a:t>
            </a:r>
          </a:p>
          <a:p>
            <a:pPr lvl="1"/>
            <a:r>
              <a:rPr lang="en-US" dirty="0"/>
              <a:t>How do our team processes change?</a:t>
            </a:r>
          </a:p>
          <a:p>
            <a:pPr lvl="1"/>
            <a:r>
              <a:rPr lang="en-US" b="1" dirty="0"/>
              <a:t>Record your discussion in your team wiki/a source-controlled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Sprint planning</a:t>
            </a:r>
          </a:p>
          <a:p>
            <a:pPr lvl="1"/>
            <a:r>
              <a:rPr lang="en-US" dirty="0"/>
              <a:t>Use roadmap/backlog to define the sprint's goal(s)</a:t>
            </a:r>
          </a:p>
          <a:p>
            <a:pPr lvl="1"/>
            <a:r>
              <a:rPr lang="en-US" dirty="0"/>
              <a:t>Identify tasks from the backlog and "pull" them into the sprint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Keep in mind task priorities!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Continually breakdown features into tasks so they are digestible in the sprint window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Don't be ashamed to look for easy wins!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(Later on) Include all tasks in your planning, including QA</a:t>
            </a:r>
          </a:p>
          <a:p>
            <a:pPr lvl="1"/>
            <a:r>
              <a:rPr lang="en-US" dirty="0"/>
              <a:t>Assign tasks to people; they should </a:t>
            </a:r>
            <a:r>
              <a:rPr lang="en-US" i="1" dirty="0"/>
              <a:t>estimate</a:t>
            </a:r>
            <a:r>
              <a:rPr lang="en-US" dirty="0"/>
              <a:t> the required effort/time for the task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dirty="0"/>
              <a:t>Record the estimated effort/time in the relevant </a:t>
            </a:r>
            <a:r>
              <a:rPr lang="en-US" b="1" dirty="0" err="1"/>
              <a:t>Github</a:t>
            </a:r>
            <a:r>
              <a:rPr lang="en-US" b="1" dirty="0"/>
              <a:t> issue!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194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wsv6j747jbkfketk4bgdpwye38ufrx"/>
</p:tagLst>
</file>

<file path=ppt/theme/theme1.xml><?xml version="1.0" encoding="utf-8"?>
<a:theme xmlns:a="http://schemas.openxmlformats.org/drawingml/2006/main" name="Office Theme">
  <a:themeElements>
    <a:clrScheme name="Nord">
      <a:dk1>
        <a:srgbClr val="2D3440"/>
      </a:dk1>
      <a:lt1>
        <a:srgbClr val="EBEFF4"/>
      </a:lt1>
      <a:dk2>
        <a:srgbClr val="3A4252"/>
      </a:dk2>
      <a:lt2>
        <a:srgbClr val="E5E9EF"/>
      </a:lt2>
      <a:accent1>
        <a:srgbClr val="5D80AB"/>
      </a:accent1>
      <a:accent2>
        <a:srgbClr val="BF606A"/>
      </a:accent2>
      <a:accent3>
        <a:srgbClr val="8EBCBA"/>
      </a:accent3>
      <a:accent4>
        <a:srgbClr val="87C0D0"/>
      </a:accent4>
      <a:accent5>
        <a:srgbClr val="B48DAC"/>
      </a:accent5>
      <a:accent6>
        <a:srgbClr val="A2BD8C"/>
      </a:accent6>
      <a:hlink>
        <a:srgbClr val="80A0C0"/>
      </a:hlink>
      <a:folHlink>
        <a:srgbClr val="D086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0F36C69-3480-5A4C-AA14-AD29CC56A6BB}" vid="{F619BD21-CB46-FA44-959B-59A9056C27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2780</TotalTime>
  <Words>558</Words>
  <Application>Microsoft Macintosh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Courier New</vt:lpstr>
      <vt:lpstr>Wingdings</vt:lpstr>
      <vt:lpstr>Office Theme</vt:lpstr>
      <vt:lpstr>Testing Infrastructure</vt:lpstr>
      <vt:lpstr>Announcements</vt:lpstr>
      <vt:lpstr>Medium-scale abstraction</vt:lpstr>
      <vt:lpstr>Small-scale design warm-up</vt:lpstr>
      <vt:lpstr>Design Pattern: Commands</vt:lpstr>
      <vt:lpstr>The Command Pattern</vt:lpstr>
      <vt:lpstr>How to Infuse Testing into Development</vt:lpstr>
      <vt:lpstr>Infusing testing/QA throughout the development pipeline</vt:lpstr>
      <vt:lpstr>Break!</vt:lpstr>
      <vt:lpstr>Sprint 1.2: Retrospective and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Osera, Peter-Michael</dc:creator>
  <cp:lastModifiedBy>Osera, Peter-Michael</cp:lastModifiedBy>
  <cp:revision>239</cp:revision>
  <dcterms:created xsi:type="dcterms:W3CDTF">2025-08-29T09:17:30Z</dcterms:created>
  <dcterms:modified xsi:type="dcterms:W3CDTF">2026-03-02T13:55:49Z</dcterms:modified>
</cp:coreProperties>
</file>