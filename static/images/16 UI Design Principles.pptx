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4.xml" ContentType="application/vnd.openxmlformats-officedocument.presentationml.notesSlide+xml"/>
  <Override PartName="/ppt/ink/ink7.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69" r:id="rId2"/>
    <p:sldId id="294" r:id="rId3"/>
    <p:sldId id="285" r:id="rId4"/>
    <p:sldId id="296" r:id="rId5"/>
    <p:sldId id="286" r:id="rId6"/>
    <p:sldId id="289" r:id="rId7"/>
    <p:sldId id="258" r:id="rId8"/>
    <p:sldId id="260" r:id="rId9"/>
    <p:sldId id="261" r:id="rId10"/>
    <p:sldId id="278" r:id="rId11"/>
    <p:sldId id="290" r:id="rId12"/>
    <p:sldId id="297" r:id="rId13"/>
    <p:sldId id="293" r:id="rId14"/>
    <p:sldId id="279" r:id="rId15"/>
    <p:sldId id="280" r:id="rId16"/>
    <p:sldId id="281" r:id="rId17"/>
    <p:sldId id="282" r:id="rId18"/>
    <p:sldId id="283" r:id="rId19"/>
    <p:sldId id="284" r:id="rId20"/>
    <p:sldId id="295" r:id="rId21"/>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80CCEC-A533-1148-9361-B185086AE459}" v="21" dt="2026-03-25T14:05:05.8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96"/>
    <p:restoredTop sz="94688"/>
  </p:normalViewPr>
  <p:slideViewPr>
    <p:cSldViewPr snapToGrid="0">
      <p:cViewPr varScale="1">
        <p:scale>
          <a:sx n="121" d="100"/>
          <a:sy n="121" d="100"/>
        </p:scale>
        <p:origin x="168"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sera, Peter-Michael" userId="90445edc-0a63-48ed-aba1-7e7e8c59d194" providerId="ADAL" clId="{57F520C0-1BB3-DE44-B321-14C52C409523}"/>
    <pc:docChg chg="undo custSel addSld delSld modSld">
      <pc:chgData name="Osera, Peter-Michael" userId="90445edc-0a63-48ed-aba1-7e7e8c59d194" providerId="ADAL" clId="{57F520C0-1BB3-DE44-B321-14C52C409523}" dt="2025-11-12T14:21:15.280" v="2673"/>
      <pc:docMkLst>
        <pc:docMk/>
      </pc:docMkLst>
      <pc:sldChg chg="modSp mod">
        <pc:chgData name="Osera, Peter-Michael" userId="90445edc-0a63-48ed-aba1-7e7e8c59d194" providerId="ADAL" clId="{57F520C0-1BB3-DE44-B321-14C52C409523}" dt="2025-11-09T22:14:17.180" v="438" actId="20577"/>
        <pc:sldMkLst>
          <pc:docMk/>
          <pc:sldMk cId="3366898370" sldId="269"/>
        </pc:sldMkLst>
      </pc:sldChg>
      <pc:sldChg chg="addSp delSp modSp mod">
        <pc:chgData name="Osera, Peter-Michael" userId="90445edc-0a63-48ed-aba1-7e7e8c59d194" providerId="ADAL" clId="{57F520C0-1BB3-DE44-B321-14C52C409523}" dt="2025-11-12T13:57:09.941" v="2647" actId="478"/>
        <pc:sldMkLst>
          <pc:docMk/>
          <pc:sldMk cId="4290934021" sldId="277"/>
        </pc:sldMkLst>
      </pc:sldChg>
      <pc:sldChg chg="modSp new mod">
        <pc:chgData name="Osera, Peter-Michael" userId="90445edc-0a63-48ed-aba1-7e7e8c59d194" providerId="ADAL" clId="{57F520C0-1BB3-DE44-B321-14C52C409523}" dt="2025-11-09T22:03:51.682" v="437" actId="20577"/>
        <pc:sldMkLst>
          <pc:docMk/>
          <pc:sldMk cId="1921114594" sldId="278"/>
        </pc:sldMkLst>
      </pc:sldChg>
      <pc:sldChg chg="addSp delSp modSp new mod modClrScheme modAnim chgLayout">
        <pc:chgData name="Osera, Peter-Michael" userId="90445edc-0a63-48ed-aba1-7e7e8c59d194" providerId="ADAL" clId="{57F520C0-1BB3-DE44-B321-14C52C409523}" dt="2025-11-12T14:21:15.280" v="2673"/>
        <pc:sldMkLst>
          <pc:docMk/>
          <pc:sldMk cId="2463084415" sldId="279"/>
        </pc:sldMkLst>
      </pc:sldChg>
      <pc:sldChg chg="addSp modSp new mod modAnim">
        <pc:chgData name="Osera, Peter-Michael" userId="90445edc-0a63-48ed-aba1-7e7e8c59d194" providerId="ADAL" clId="{57F520C0-1BB3-DE44-B321-14C52C409523}" dt="2025-11-12T13:58:04.542" v="2658"/>
        <pc:sldMkLst>
          <pc:docMk/>
          <pc:sldMk cId="3167612911" sldId="280"/>
        </pc:sldMkLst>
      </pc:sldChg>
      <pc:sldChg chg="addSp modSp new mod modAnim">
        <pc:chgData name="Osera, Peter-Michael" userId="90445edc-0a63-48ed-aba1-7e7e8c59d194" providerId="ADAL" clId="{57F520C0-1BB3-DE44-B321-14C52C409523}" dt="2025-11-12T13:58:20.258" v="2662"/>
        <pc:sldMkLst>
          <pc:docMk/>
          <pc:sldMk cId="1422715343" sldId="281"/>
        </pc:sldMkLst>
      </pc:sldChg>
      <pc:sldChg chg="modSp new mod modAnim">
        <pc:chgData name="Osera, Peter-Michael" userId="90445edc-0a63-48ed-aba1-7e7e8c59d194" providerId="ADAL" clId="{57F520C0-1BB3-DE44-B321-14C52C409523}" dt="2025-11-12T13:58:42.259" v="2668"/>
        <pc:sldMkLst>
          <pc:docMk/>
          <pc:sldMk cId="243857897" sldId="282"/>
        </pc:sldMkLst>
      </pc:sldChg>
      <pc:sldChg chg="addSp delSp modSp new mod modClrScheme modAnim chgLayout">
        <pc:chgData name="Osera, Peter-Michael" userId="90445edc-0a63-48ed-aba1-7e7e8c59d194" providerId="ADAL" clId="{57F520C0-1BB3-DE44-B321-14C52C409523}" dt="2025-11-12T13:59:00.946" v="2670"/>
        <pc:sldMkLst>
          <pc:docMk/>
          <pc:sldMk cId="2616705935" sldId="283"/>
        </pc:sldMkLst>
      </pc:sldChg>
      <pc:sldChg chg="addSp delSp modSp new mod setBg addAnim delAnim modAnim">
        <pc:chgData name="Osera, Peter-Michael" userId="90445edc-0a63-48ed-aba1-7e7e8c59d194" providerId="ADAL" clId="{57F520C0-1BB3-DE44-B321-14C52C409523}" dt="2025-11-12T13:59:18.521" v="2672"/>
        <pc:sldMkLst>
          <pc:docMk/>
          <pc:sldMk cId="1073831344" sldId="284"/>
        </pc:sldMkLst>
      </pc:sldChg>
      <pc:sldChg chg="del">
        <pc:chgData name="Osera, Peter-Michael" userId="90445edc-0a63-48ed-aba1-7e7e8c59d194" providerId="ADAL" clId="{57F520C0-1BB3-DE44-B321-14C52C409523}" dt="2025-11-09T21:40:03.966" v="87" actId="2696"/>
        <pc:sldMkLst>
          <pc:docMk/>
          <pc:sldMk cId="3961843316" sldId="291"/>
        </pc:sldMkLst>
      </pc:sldChg>
      <pc:sldChg chg="del">
        <pc:chgData name="Osera, Peter-Michael" userId="90445edc-0a63-48ed-aba1-7e7e8c59d194" providerId="ADAL" clId="{57F520C0-1BB3-DE44-B321-14C52C409523}" dt="2025-11-09T21:40:04.976" v="88" actId="2696"/>
        <pc:sldMkLst>
          <pc:docMk/>
          <pc:sldMk cId="126231276" sldId="292"/>
        </pc:sldMkLst>
      </pc:sldChg>
    </pc:docChg>
  </pc:docChgLst>
  <pc:docChgLst>
    <pc:chgData name="Osera, Peter-Michael" userId="90445edc-0a63-48ed-aba1-7e7e8c59d194" providerId="ADAL" clId="{D4DBAF45-719E-5784-BACC-8724729E1F8C}"/>
    <pc:docChg chg="undo custSel addSld delSld modSld">
      <pc:chgData name="Osera, Peter-Michael" userId="90445edc-0a63-48ed-aba1-7e7e8c59d194" providerId="ADAL" clId="{D4DBAF45-719E-5784-BACC-8724729E1F8C}" dt="2025-09-08T12:56:54.733" v="2206" actId="5793"/>
      <pc:docMkLst>
        <pc:docMk/>
      </pc:docMkLst>
      <pc:sldChg chg="del">
        <pc:chgData name="Osera, Peter-Michael" userId="90445edc-0a63-48ed-aba1-7e7e8c59d194" providerId="ADAL" clId="{D4DBAF45-719E-5784-BACC-8724729E1F8C}" dt="2025-09-08T12:34:41.985" v="44" actId="2696"/>
        <pc:sldMkLst>
          <pc:docMk/>
          <pc:sldMk cId="2576693694" sldId="256"/>
        </pc:sldMkLst>
      </pc:sldChg>
      <pc:sldChg chg="add del">
        <pc:chgData name="Osera, Peter-Michael" userId="90445edc-0a63-48ed-aba1-7e7e8c59d194" providerId="ADAL" clId="{D4DBAF45-719E-5784-BACC-8724729E1F8C}" dt="2025-09-08T12:34:51.832" v="56" actId="2696"/>
        <pc:sldMkLst>
          <pc:docMk/>
          <pc:sldMk cId="749374041" sldId="257"/>
        </pc:sldMkLst>
      </pc:sldChg>
      <pc:sldChg chg="add del">
        <pc:chgData name="Osera, Peter-Michael" userId="90445edc-0a63-48ed-aba1-7e7e8c59d194" providerId="ADAL" clId="{D4DBAF45-719E-5784-BACC-8724729E1F8C}" dt="2025-09-08T12:34:55.033" v="57" actId="2696"/>
        <pc:sldMkLst>
          <pc:docMk/>
          <pc:sldMk cId="1274974073" sldId="258"/>
        </pc:sldMkLst>
      </pc:sldChg>
      <pc:sldChg chg="add del">
        <pc:chgData name="Osera, Peter-Michael" userId="90445edc-0a63-48ed-aba1-7e7e8c59d194" providerId="ADAL" clId="{D4DBAF45-719E-5784-BACC-8724729E1F8C}" dt="2025-09-08T12:34:58.445" v="60" actId="2696"/>
        <pc:sldMkLst>
          <pc:docMk/>
          <pc:sldMk cId="2928867058" sldId="259"/>
        </pc:sldMkLst>
      </pc:sldChg>
      <pc:sldChg chg="add del">
        <pc:chgData name="Osera, Peter-Michael" userId="90445edc-0a63-48ed-aba1-7e7e8c59d194" providerId="ADAL" clId="{D4DBAF45-719E-5784-BACC-8724729E1F8C}" dt="2025-09-08T12:34:57.393" v="59" actId="2696"/>
        <pc:sldMkLst>
          <pc:docMk/>
          <pc:sldMk cId="1177934278" sldId="260"/>
        </pc:sldMkLst>
      </pc:sldChg>
      <pc:sldChg chg="del">
        <pc:chgData name="Osera, Peter-Michael" userId="90445edc-0a63-48ed-aba1-7e7e8c59d194" providerId="ADAL" clId="{D4DBAF45-719E-5784-BACC-8724729E1F8C}" dt="2025-09-08T12:34:55.509" v="58" actId="2696"/>
        <pc:sldMkLst>
          <pc:docMk/>
          <pc:sldMk cId="4265467695" sldId="261"/>
        </pc:sldMkLst>
      </pc:sldChg>
      <pc:sldChg chg="del">
        <pc:chgData name="Osera, Peter-Michael" userId="90445edc-0a63-48ed-aba1-7e7e8c59d194" providerId="ADAL" clId="{D4DBAF45-719E-5784-BACC-8724729E1F8C}" dt="2025-09-08T12:35:05.121" v="61" actId="2696"/>
        <pc:sldMkLst>
          <pc:docMk/>
          <pc:sldMk cId="2064710650" sldId="262"/>
        </pc:sldMkLst>
      </pc:sldChg>
      <pc:sldChg chg="del">
        <pc:chgData name="Osera, Peter-Michael" userId="90445edc-0a63-48ed-aba1-7e7e8c59d194" providerId="ADAL" clId="{D4DBAF45-719E-5784-BACC-8724729E1F8C}" dt="2025-09-08T12:35:05.127" v="62" actId="2696"/>
        <pc:sldMkLst>
          <pc:docMk/>
          <pc:sldMk cId="3185647520" sldId="263"/>
        </pc:sldMkLst>
      </pc:sldChg>
      <pc:sldChg chg="del">
        <pc:chgData name="Osera, Peter-Michael" userId="90445edc-0a63-48ed-aba1-7e7e8c59d194" providerId="ADAL" clId="{D4DBAF45-719E-5784-BACC-8724729E1F8C}" dt="2025-09-08T12:35:05.135" v="66" actId="2696"/>
        <pc:sldMkLst>
          <pc:docMk/>
          <pc:sldMk cId="779281621" sldId="264"/>
        </pc:sldMkLst>
      </pc:sldChg>
      <pc:sldChg chg="del">
        <pc:chgData name="Osera, Peter-Michael" userId="90445edc-0a63-48ed-aba1-7e7e8c59d194" providerId="ADAL" clId="{D4DBAF45-719E-5784-BACC-8724729E1F8C}" dt="2025-09-08T12:35:05.128" v="65" actId="2696"/>
        <pc:sldMkLst>
          <pc:docMk/>
          <pc:sldMk cId="2753263966" sldId="265"/>
        </pc:sldMkLst>
      </pc:sldChg>
      <pc:sldChg chg="del">
        <pc:chgData name="Osera, Peter-Michael" userId="90445edc-0a63-48ed-aba1-7e7e8c59d194" providerId="ADAL" clId="{D4DBAF45-719E-5784-BACC-8724729E1F8C}" dt="2025-09-08T12:35:05.138" v="67" actId="2696"/>
        <pc:sldMkLst>
          <pc:docMk/>
          <pc:sldMk cId="2593514580" sldId="266"/>
        </pc:sldMkLst>
      </pc:sldChg>
      <pc:sldChg chg="del">
        <pc:chgData name="Osera, Peter-Michael" userId="90445edc-0a63-48ed-aba1-7e7e8c59d194" providerId="ADAL" clId="{D4DBAF45-719E-5784-BACC-8724729E1F8C}" dt="2025-09-08T12:35:05.128" v="64" actId="2696"/>
        <pc:sldMkLst>
          <pc:docMk/>
          <pc:sldMk cId="1804161639" sldId="267"/>
        </pc:sldMkLst>
      </pc:sldChg>
      <pc:sldChg chg="del">
        <pc:chgData name="Osera, Peter-Michael" userId="90445edc-0a63-48ed-aba1-7e7e8c59d194" providerId="ADAL" clId="{D4DBAF45-719E-5784-BACC-8724729E1F8C}" dt="2025-09-08T12:35:05.127" v="63" actId="2696"/>
        <pc:sldMkLst>
          <pc:docMk/>
          <pc:sldMk cId="105613982" sldId="268"/>
        </pc:sldMkLst>
      </pc:sldChg>
      <pc:sldChg chg="modSp new mod">
        <pc:chgData name="Osera, Peter-Michael" userId="90445edc-0a63-48ed-aba1-7e7e8c59d194" providerId="ADAL" clId="{D4DBAF45-719E-5784-BACC-8724729E1F8C}" dt="2025-09-08T12:56:21.882" v="2119" actId="20577"/>
        <pc:sldMkLst>
          <pc:docMk/>
          <pc:sldMk cId="214397117" sldId="270"/>
        </pc:sldMkLst>
      </pc:sldChg>
      <pc:sldChg chg="del">
        <pc:chgData name="Osera, Peter-Michael" userId="90445edc-0a63-48ed-aba1-7e7e8c59d194" providerId="ADAL" clId="{D4DBAF45-719E-5784-BACC-8724729E1F8C}" dt="2025-09-08T12:34:41.990" v="45" actId="2696"/>
        <pc:sldMkLst>
          <pc:docMk/>
          <pc:sldMk cId="3013244699" sldId="270"/>
        </pc:sldMkLst>
      </pc:sldChg>
      <pc:sldChg chg="addSp modSp new mod modClrScheme chgLayout">
        <pc:chgData name="Osera, Peter-Michael" userId="90445edc-0a63-48ed-aba1-7e7e8c59d194" providerId="ADAL" clId="{D4DBAF45-719E-5784-BACC-8724729E1F8C}" dt="2025-09-08T12:44:12.636" v="863" actId="20577"/>
        <pc:sldMkLst>
          <pc:docMk/>
          <pc:sldMk cId="1736283398" sldId="271"/>
        </pc:sldMkLst>
      </pc:sldChg>
      <pc:sldChg chg="del">
        <pc:chgData name="Osera, Peter-Michael" userId="90445edc-0a63-48ed-aba1-7e7e8c59d194" providerId="ADAL" clId="{D4DBAF45-719E-5784-BACC-8724729E1F8C}" dt="2025-09-08T12:34:43.375" v="46" actId="2696"/>
        <pc:sldMkLst>
          <pc:docMk/>
          <pc:sldMk cId="3684457872" sldId="271"/>
        </pc:sldMkLst>
      </pc:sldChg>
      <pc:sldChg chg="addSp delSp modSp new mod modClrScheme chgLayout">
        <pc:chgData name="Osera, Peter-Michael" userId="90445edc-0a63-48ed-aba1-7e7e8c59d194" providerId="ADAL" clId="{D4DBAF45-719E-5784-BACC-8724729E1F8C}" dt="2025-09-08T12:50:52.298" v="1311" actId="20577"/>
        <pc:sldMkLst>
          <pc:docMk/>
          <pc:sldMk cId="1004526692" sldId="272"/>
        </pc:sldMkLst>
      </pc:sldChg>
      <pc:sldChg chg="del">
        <pc:chgData name="Osera, Peter-Michael" userId="90445edc-0a63-48ed-aba1-7e7e8c59d194" providerId="ADAL" clId="{D4DBAF45-719E-5784-BACC-8724729E1F8C}" dt="2025-09-08T12:34:44.401" v="47" actId="2696"/>
        <pc:sldMkLst>
          <pc:docMk/>
          <pc:sldMk cId="2489828635" sldId="272"/>
        </pc:sldMkLst>
      </pc:sldChg>
      <pc:sldChg chg="del">
        <pc:chgData name="Osera, Peter-Michael" userId="90445edc-0a63-48ed-aba1-7e7e8c59d194" providerId="ADAL" clId="{D4DBAF45-719E-5784-BACC-8724729E1F8C}" dt="2025-09-08T12:34:45.424" v="48" actId="2696"/>
        <pc:sldMkLst>
          <pc:docMk/>
          <pc:sldMk cId="1198500414" sldId="273"/>
        </pc:sldMkLst>
      </pc:sldChg>
      <pc:sldChg chg="new del">
        <pc:chgData name="Osera, Peter-Michael" userId="90445edc-0a63-48ed-aba1-7e7e8c59d194" providerId="ADAL" clId="{D4DBAF45-719E-5784-BACC-8724729E1F8C}" dt="2025-09-08T12:44:55.554" v="865" actId="2696"/>
        <pc:sldMkLst>
          <pc:docMk/>
          <pc:sldMk cId="2138135172" sldId="273"/>
        </pc:sldMkLst>
      </pc:sldChg>
      <pc:sldChg chg="modSp new mod">
        <pc:chgData name="Osera, Peter-Michael" userId="90445edc-0a63-48ed-aba1-7e7e8c59d194" providerId="ADAL" clId="{D4DBAF45-719E-5784-BACC-8724729E1F8C}" dt="2025-09-08T12:56:07.420" v="2102" actId="20577"/>
        <pc:sldMkLst>
          <pc:docMk/>
          <pc:sldMk cId="3474594348" sldId="273"/>
        </pc:sldMkLst>
      </pc:sldChg>
      <pc:sldChg chg="modSp new mod">
        <pc:chgData name="Osera, Peter-Michael" userId="90445edc-0a63-48ed-aba1-7e7e8c59d194" providerId="ADAL" clId="{D4DBAF45-719E-5784-BACC-8724729E1F8C}" dt="2025-09-08T12:56:54.733" v="2206" actId="5793"/>
        <pc:sldMkLst>
          <pc:docMk/>
          <pc:sldMk cId="2002510537" sldId="274"/>
        </pc:sldMkLst>
      </pc:sldChg>
    </pc:docChg>
  </pc:docChgLst>
  <pc:docChgLst>
    <pc:chgData name="Osera, Peter-Michael" userId="90445edc-0a63-48ed-aba1-7e7e8c59d194" providerId="ADAL" clId="{DEB5EFAC-64E4-924D-B54D-3C048477DFF1}"/>
    <pc:docChg chg="addSld delSld modSld sldOrd">
      <pc:chgData name="Osera, Peter-Michael" userId="90445edc-0a63-48ed-aba1-7e7e8c59d194" providerId="ADAL" clId="{DEB5EFAC-64E4-924D-B54D-3C048477DFF1}" dt="2025-10-08T13:01:51.093" v="589" actId="1076"/>
      <pc:docMkLst>
        <pc:docMk/>
      </pc:docMkLst>
      <pc:sldChg chg="modSp mod ord">
        <pc:chgData name="Osera, Peter-Michael" userId="90445edc-0a63-48ed-aba1-7e7e8c59d194" providerId="ADAL" clId="{DEB5EFAC-64E4-924D-B54D-3C048477DFF1}" dt="2025-10-08T13:01:51.093" v="589" actId="1076"/>
        <pc:sldMkLst>
          <pc:docMk/>
          <pc:sldMk cId="110366374" sldId="280"/>
        </pc:sldMkLst>
      </pc:sldChg>
      <pc:sldChg chg="addSp modSp new mod">
        <pc:chgData name="Osera, Peter-Michael" userId="90445edc-0a63-48ed-aba1-7e7e8c59d194" providerId="ADAL" clId="{DEB5EFAC-64E4-924D-B54D-3C048477DFF1}" dt="2025-10-08T03:32:18.093" v="450" actId="20577"/>
        <pc:sldMkLst>
          <pc:docMk/>
          <pc:sldMk cId="812089409" sldId="281"/>
        </pc:sldMkLst>
      </pc:sldChg>
      <pc:sldChg chg="del">
        <pc:chgData name="Osera, Peter-Michael" userId="90445edc-0a63-48ed-aba1-7e7e8c59d194" providerId="ADAL" clId="{DEB5EFAC-64E4-924D-B54D-3C048477DFF1}" dt="2025-10-08T03:06:34.588" v="351" actId="2696"/>
        <pc:sldMkLst>
          <pc:docMk/>
          <pc:sldMk cId="1908258945" sldId="281"/>
        </pc:sldMkLst>
      </pc:sldChg>
      <pc:sldChg chg="del">
        <pc:chgData name="Osera, Peter-Michael" userId="90445edc-0a63-48ed-aba1-7e7e8c59d194" providerId="ADAL" clId="{DEB5EFAC-64E4-924D-B54D-3C048477DFF1}" dt="2025-10-08T03:06:39.719" v="354" actId="2696"/>
        <pc:sldMkLst>
          <pc:docMk/>
          <pc:sldMk cId="813484844" sldId="282"/>
        </pc:sldMkLst>
      </pc:sldChg>
      <pc:sldChg chg="modSp new mod">
        <pc:chgData name="Osera, Peter-Michael" userId="90445edc-0a63-48ed-aba1-7e7e8c59d194" providerId="ADAL" clId="{DEB5EFAC-64E4-924D-B54D-3C048477DFF1}" dt="2025-10-08T12:45:05.882" v="510" actId="20577"/>
        <pc:sldMkLst>
          <pc:docMk/>
          <pc:sldMk cId="1358457450" sldId="282"/>
        </pc:sldMkLst>
      </pc:sldChg>
      <pc:sldChg chg="del">
        <pc:chgData name="Osera, Peter-Michael" userId="90445edc-0a63-48ed-aba1-7e7e8c59d194" providerId="ADAL" clId="{DEB5EFAC-64E4-924D-B54D-3C048477DFF1}" dt="2025-10-08T03:02:41.261" v="22" actId="2696"/>
        <pc:sldMkLst>
          <pc:docMk/>
          <pc:sldMk cId="3064899913" sldId="283"/>
        </pc:sldMkLst>
      </pc:sldChg>
      <pc:sldChg chg="del">
        <pc:chgData name="Osera, Peter-Michael" userId="90445edc-0a63-48ed-aba1-7e7e8c59d194" providerId="ADAL" clId="{DEB5EFAC-64E4-924D-B54D-3C048477DFF1}" dt="2025-10-08T03:06:39.707" v="352" actId="2696"/>
        <pc:sldMkLst>
          <pc:docMk/>
          <pc:sldMk cId="3745205374" sldId="284"/>
        </pc:sldMkLst>
      </pc:sldChg>
      <pc:sldChg chg="del">
        <pc:chgData name="Osera, Peter-Michael" userId="90445edc-0a63-48ed-aba1-7e7e8c59d194" providerId="ADAL" clId="{DEB5EFAC-64E4-924D-B54D-3C048477DFF1}" dt="2025-10-08T03:06:39.727" v="355" actId="2696"/>
        <pc:sldMkLst>
          <pc:docMk/>
          <pc:sldMk cId="1932202934" sldId="285"/>
        </pc:sldMkLst>
      </pc:sldChg>
      <pc:sldChg chg="del">
        <pc:chgData name="Osera, Peter-Michael" userId="90445edc-0a63-48ed-aba1-7e7e8c59d194" providerId="ADAL" clId="{DEB5EFAC-64E4-924D-B54D-3C048477DFF1}" dt="2025-10-08T03:06:39.738" v="356" actId="2696"/>
        <pc:sldMkLst>
          <pc:docMk/>
          <pc:sldMk cId="1224211080" sldId="286"/>
        </pc:sldMkLst>
      </pc:sldChg>
      <pc:sldChg chg="del">
        <pc:chgData name="Osera, Peter-Michael" userId="90445edc-0a63-48ed-aba1-7e7e8c59d194" providerId="ADAL" clId="{DEB5EFAC-64E4-924D-B54D-3C048477DFF1}" dt="2025-10-08T03:06:39.709" v="353" actId="2696"/>
        <pc:sldMkLst>
          <pc:docMk/>
          <pc:sldMk cId="3696231086" sldId="287"/>
        </pc:sldMkLst>
      </pc:sldChg>
    </pc:docChg>
  </pc:docChgLst>
  <pc:docChgLst>
    <pc:chgData name="Osera, Peter-Michael" userId="90445edc-0a63-48ed-aba1-7e7e8c59d194" providerId="ADAL" clId="{EB1FDC51-7E0C-A14C-AAA6-A03BFA8AB4DC}"/>
    <pc:docChg chg="custSel addSld delSld modSld sldOrd">
      <pc:chgData name="Osera, Peter-Michael" userId="90445edc-0a63-48ed-aba1-7e7e8c59d194" providerId="ADAL" clId="{EB1FDC51-7E0C-A14C-AAA6-A03BFA8AB4DC}" dt="2025-09-22T13:13:55.493" v="3798"/>
      <pc:docMkLst>
        <pc:docMk/>
      </pc:docMkLst>
      <pc:sldChg chg="modSp mod">
        <pc:chgData name="Osera, Peter-Michael" userId="90445edc-0a63-48ed-aba1-7e7e8c59d194" providerId="ADAL" clId="{EB1FDC51-7E0C-A14C-AAA6-A03BFA8AB4DC}" dt="2025-09-22T10:59:16.416" v="10" actId="20577"/>
        <pc:sldMkLst>
          <pc:docMk/>
          <pc:sldMk cId="3366898370" sldId="269"/>
        </pc:sldMkLst>
      </pc:sldChg>
      <pc:sldChg chg="modSp add mod">
        <pc:chgData name="Osera, Peter-Michael" userId="90445edc-0a63-48ed-aba1-7e7e8c59d194" providerId="ADAL" clId="{EB1FDC51-7E0C-A14C-AAA6-A03BFA8AB4DC}" dt="2025-09-22T11:18:32.596" v="451" actId="113"/>
        <pc:sldMkLst>
          <pc:docMk/>
          <pc:sldMk cId="4290934021" sldId="277"/>
        </pc:sldMkLst>
      </pc:sldChg>
      <pc:sldChg chg="modSp add mod ord">
        <pc:chgData name="Osera, Peter-Michael" userId="90445edc-0a63-48ed-aba1-7e7e8c59d194" providerId="ADAL" clId="{EB1FDC51-7E0C-A14C-AAA6-A03BFA8AB4DC}" dt="2025-09-22T11:17:50.073" v="275" actId="20578"/>
        <pc:sldMkLst>
          <pc:docMk/>
          <pc:sldMk cId="1497755310" sldId="278"/>
        </pc:sldMkLst>
      </pc:sldChg>
      <pc:sldChg chg="del">
        <pc:chgData name="Osera, Peter-Michael" userId="90445edc-0a63-48ed-aba1-7e7e8c59d194" providerId="ADAL" clId="{EB1FDC51-7E0C-A14C-AAA6-A03BFA8AB4DC}" dt="2025-09-22T10:59:53.485" v="43" actId="2696"/>
        <pc:sldMkLst>
          <pc:docMk/>
          <pc:sldMk cId="1820096326" sldId="291"/>
        </pc:sldMkLst>
      </pc:sldChg>
      <pc:sldChg chg="del">
        <pc:chgData name="Osera, Peter-Michael" userId="90445edc-0a63-48ed-aba1-7e7e8c59d194" providerId="ADAL" clId="{EB1FDC51-7E0C-A14C-AAA6-A03BFA8AB4DC}" dt="2025-09-22T11:17:45.972" v="274" actId="2696"/>
        <pc:sldMkLst>
          <pc:docMk/>
          <pc:sldMk cId="3328251515" sldId="294"/>
        </pc:sldMkLst>
      </pc:sldChg>
      <pc:sldChg chg="del">
        <pc:chgData name="Osera, Peter-Michael" userId="90445edc-0a63-48ed-aba1-7e7e8c59d194" providerId="ADAL" clId="{EB1FDC51-7E0C-A14C-AAA6-A03BFA8AB4DC}" dt="2025-09-22T10:59:49.744" v="41" actId="2696"/>
        <pc:sldMkLst>
          <pc:docMk/>
          <pc:sldMk cId="1214910155" sldId="295"/>
        </pc:sldMkLst>
      </pc:sldChg>
      <pc:sldChg chg="modSp new del mod">
        <pc:chgData name="Osera, Peter-Michael" userId="90445edc-0a63-48ed-aba1-7e7e8c59d194" providerId="ADAL" clId="{EB1FDC51-7E0C-A14C-AAA6-A03BFA8AB4DC}" dt="2025-09-22T11:17:44.538" v="273" actId="2696"/>
        <pc:sldMkLst>
          <pc:docMk/>
          <pc:sldMk cId="1777333773" sldId="295"/>
        </pc:sldMkLst>
      </pc:sldChg>
      <pc:sldChg chg="modSp new mod">
        <pc:chgData name="Osera, Peter-Michael" userId="90445edc-0a63-48ed-aba1-7e7e8c59d194" providerId="ADAL" clId="{EB1FDC51-7E0C-A14C-AAA6-A03BFA8AB4DC}" dt="2025-09-22T11:17:40.721" v="272" actId="20577"/>
        <pc:sldMkLst>
          <pc:docMk/>
          <pc:sldMk cId="1045128023" sldId="296"/>
        </pc:sldMkLst>
      </pc:sldChg>
      <pc:sldChg chg="del">
        <pc:chgData name="Osera, Peter-Michael" userId="90445edc-0a63-48ed-aba1-7e7e8c59d194" providerId="ADAL" clId="{EB1FDC51-7E0C-A14C-AAA6-A03BFA8AB4DC}" dt="2025-09-22T10:59:51.345" v="42" actId="2696"/>
        <pc:sldMkLst>
          <pc:docMk/>
          <pc:sldMk cId="3494448267" sldId="296"/>
        </pc:sldMkLst>
      </pc:sldChg>
      <pc:sldChg chg="addSp modSp new mod">
        <pc:chgData name="Osera, Peter-Michael" userId="90445edc-0a63-48ed-aba1-7e7e8c59d194" providerId="ADAL" clId="{EB1FDC51-7E0C-A14C-AAA6-A03BFA8AB4DC}" dt="2025-09-22T11:38:25.067" v="859" actId="20577"/>
        <pc:sldMkLst>
          <pc:docMk/>
          <pc:sldMk cId="1376670211" sldId="297"/>
        </pc:sldMkLst>
      </pc:sldChg>
      <pc:sldChg chg="addSp delSp modSp new del mod modClrScheme chgLayout">
        <pc:chgData name="Osera, Peter-Michael" userId="90445edc-0a63-48ed-aba1-7e7e8c59d194" providerId="ADAL" clId="{EB1FDC51-7E0C-A14C-AAA6-A03BFA8AB4DC}" dt="2025-09-22T11:17:02.954" v="209" actId="2696"/>
        <pc:sldMkLst>
          <pc:docMk/>
          <pc:sldMk cId="3225418881" sldId="297"/>
        </pc:sldMkLst>
      </pc:sldChg>
      <pc:sldChg chg="modSp new mod modAnim">
        <pc:chgData name="Osera, Peter-Michael" userId="90445edc-0a63-48ed-aba1-7e7e8c59d194" providerId="ADAL" clId="{EB1FDC51-7E0C-A14C-AAA6-A03BFA8AB4DC}" dt="2025-09-22T11:54:16.403" v="1997"/>
        <pc:sldMkLst>
          <pc:docMk/>
          <pc:sldMk cId="3362191122" sldId="298"/>
        </pc:sldMkLst>
      </pc:sldChg>
      <pc:sldChg chg="addSp delSp modSp new del mod">
        <pc:chgData name="Osera, Peter-Michael" userId="90445edc-0a63-48ed-aba1-7e7e8c59d194" providerId="ADAL" clId="{EB1FDC51-7E0C-A14C-AAA6-A03BFA8AB4DC}" dt="2025-09-22T11:54:41.996" v="2012" actId="2696"/>
        <pc:sldMkLst>
          <pc:docMk/>
          <pc:sldMk cId="2419537678" sldId="299"/>
        </pc:sldMkLst>
      </pc:sldChg>
      <pc:sldChg chg="modSp new mod modAnim">
        <pc:chgData name="Osera, Peter-Michael" userId="90445edc-0a63-48ed-aba1-7e7e8c59d194" providerId="ADAL" clId="{EB1FDC51-7E0C-A14C-AAA6-A03BFA8AB4DC}" dt="2025-09-22T13:13:43.225" v="3794"/>
        <pc:sldMkLst>
          <pc:docMk/>
          <pc:sldMk cId="579294211" sldId="300"/>
        </pc:sldMkLst>
      </pc:sldChg>
      <pc:sldChg chg="modSp new mod modAnim">
        <pc:chgData name="Osera, Peter-Michael" userId="90445edc-0a63-48ed-aba1-7e7e8c59d194" providerId="ADAL" clId="{EB1FDC51-7E0C-A14C-AAA6-A03BFA8AB4DC}" dt="2025-09-22T13:13:55.493" v="3798"/>
        <pc:sldMkLst>
          <pc:docMk/>
          <pc:sldMk cId="1085653448" sldId="301"/>
        </pc:sldMkLst>
      </pc:sldChg>
      <pc:sldChg chg="modSp add mod">
        <pc:chgData name="Osera, Peter-Michael" userId="90445edc-0a63-48ed-aba1-7e7e8c59d194" providerId="ADAL" clId="{EB1FDC51-7E0C-A14C-AAA6-A03BFA8AB4DC}" dt="2025-09-22T12:07:15.225" v="3220" actId="20577"/>
        <pc:sldMkLst>
          <pc:docMk/>
          <pc:sldMk cId="241780877" sldId="302"/>
        </pc:sldMkLst>
      </pc:sldChg>
      <pc:sldChg chg="modSp new mod">
        <pc:chgData name="Osera, Peter-Michael" userId="90445edc-0a63-48ed-aba1-7e7e8c59d194" providerId="ADAL" clId="{EB1FDC51-7E0C-A14C-AAA6-A03BFA8AB4DC}" dt="2025-09-22T12:12:24.238" v="3788" actId="20577"/>
        <pc:sldMkLst>
          <pc:docMk/>
          <pc:sldMk cId="3790888943" sldId="303"/>
        </pc:sldMkLst>
      </pc:sldChg>
    </pc:docChg>
  </pc:docChgLst>
  <pc:docChgLst>
    <pc:chgData name="Osera, Peter-Michael" userId="S::osera@grinnell.edu::90445edc-0a63-48ed-aba1-7e7e8c59d194" providerId="AD" clId="Web-{DA337401-ECAC-1723-9D62-8AC0DBC1ACAA}"/>
    <pc:docChg chg="addSld delSld modSld">
      <pc:chgData name="Osera, Peter-Michael" userId="S::osera@grinnell.edu::90445edc-0a63-48ed-aba1-7e7e8c59d194" providerId="AD" clId="Web-{DA337401-ECAC-1723-9D62-8AC0DBC1ACAA}" dt="2025-09-12T12:54:42.809" v="349" actId="20577"/>
      <pc:docMkLst>
        <pc:docMk/>
      </pc:docMkLst>
      <pc:sldChg chg="modSp">
        <pc:chgData name="Osera, Peter-Michael" userId="S::osera@grinnell.edu::90445edc-0a63-48ed-aba1-7e7e8c59d194" providerId="AD" clId="Web-{DA337401-ECAC-1723-9D62-8AC0DBC1ACAA}" dt="2025-09-12T12:44:20.964" v="11" actId="20577"/>
        <pc:sldMkLst>
          <pc:docMk/>
          <pc:sldMk cId="3366898370" sldId="269"/>
        </pc:sldMkLst>
      </pc:sldChg>
      <pc:sldChg chg="modSp">
        <pc:chgData name="Osera, Peter-Michael" userId="S::osera@grinnell.edu::90445edc-0a63-48ed-aba1-7e7e8c59d194" providerId="AD" clId="Web-{DA337401-ECAC-1723-9D62-8AC0DBC1ACAA}" dt="2025-09-12T12:44:28.026" v="14" actId="20577"/>
        <pc:sldMkLst>
          <pc:docMk/>
          <pc:sldMk cId="1497755310" sldId="278"/>
        </pc:sldMkLst>
      </pc:sldChg>
      <pc:sldChg chg="modSp">
        <pc:chgData name="Osera, Peter-Michael" userId="S::osera@grinnell.edu::90445edc-0a63-48ed-aba1-7e7e8c59d194" providerId="AD" clId="Web-{DA337401-ECAC-1723-9D62-8AC0DBC1ACAA}" dt="2025-09-12T12:54:42.809" v="349" actId="20577"/>
        <pc:sldMkLst>
          <pc:docMk/>
          <pc:sldMk cId="4123150192" sldId="283"/>
        </pc:sldMkLst>
      </pc:sldChg>
      <pc:sldChg chg="modSp">
        <pc:chgData name="Osera, Peter-Michael" userId="S::osera@grinnell.edu::90445edc-0a63-48ed-aba1-7e7e8c59d194" providerId="AD" clId="Web-{DA337401-ECAC-1723-9D62-8AC0DBC1ACAA}" dt="2025-09-12T12:52:39.261" v="298" actId="20577"/>
        <pc:sldMkLst>
          <pc:docMk/>
          <pc:sldMk cId="3488208123" sldId="286"/>
        </pc:sldMkLst>
      </pc:sldChg>
      <pc:sldChg chg="modSp new">
        <pc:chgData name="Osera, Peter-Michael" userId="S::osera@grinnell.edu::90445edc-0a63-48ed-aba1-7e7e8c59d194" providerId="AD" clId="Web-{DA337401-ECAC-1723-9D62-8AC0DBC1ACAA}" dt="2025-09-12T12:49:43.948" v="210" actId="20577"/>
        <pc:sldMkLst>
          <pc:docMk/>
          <pc:sldMk cId="2803850654" sldId="287"/>
        </pc:sldMkLst>
      </pc:sldChg>
      <pc:sldChg chg="modSp new del">
        <pc:chgData name="Osera, Peter-Michael" userId="S::osera@grinnell.edu::90445edc-0a63-48ed-aba1-7e7e8c59d194" providerId="AD" clId="Web-{DA337401-ECAC-1723-9D62-8AC0DBC1ACAA}" dt="2025-09-12T12:53:30.621" v="308"/>
        <pc:sldMkLst>
          <pc:docMk/>
          <pc:sldMk cId="1425889971" sldId="288"/>
        </pc:sldMkLst>
      </pc:sldChg>
      <pc:sldChg chg="new del">
        <pc:chgData name="Osera, Peter-Michael" userId="S::osera@grinnell.edu::90445edc-0a63-48ed-aba1-7e7e8c59d194" providerId="AD" clId="Web-{DA337401-ECAC-1723-9D62-8AC0DBC1ACAA}" dt="2025-09-12T12:54:12.371" v="334"/>
        <pc:sldMkLst>
          <pc:docMk/>
          <pc:sldMk cId="2583862104" sldId="288"/>
        </pc:sldMkLst>
      </pc:sldChg>
      <pc:sldChg chg="modSp new">
        <pc:chgData name="Osera, Peter-Michael" userId="S::osera@grinnell.edu::90445edc-0a63-48ed-aba1-7e7e8c59d194" providerId="AD" clId="Web-{DA337401-ECAC-1723-9D62-8AC0DBC1ACAA}" dt="2025-09-12T12:54:11.230" v="333" actId="20577"/>
        <pc:sldMkLst>
          <pc:docMk/>
          <pc:sldMk cId="2112059681" sldId="289"/>
        </pc:sldMkLst>
      </pc:sldChg>
    </pc:docChg>
  </pc:docChgLst>
  <pc:docChgLst>
    <pc:chgData name="Osera, Peter-Michael" userId="90445edc-0a63-48ed-aba1-7e7e8c59d194" providerId="ADAL" clId="{15DD7E36-4A21-7144-B9C8-9E11E6FCD2B7}"/>
    <pc:docChg chg="undo custSel addSld delSld modSld">
      <pc:chgData name="Osera, Peter-Michael" userId="90445edc-0a63-48ed-aba1-7e7e8c59d194" providerId="ADAL" clId="{15DD7E36-4A21-7144-B9C8-9E11E6FCD2B7}" dt="2025-09-29T13:06:10.654" v="2044" actId="2696"/>
      <pc:docMkLst>
        <pc:docMk/>
      </pc:docMkLst>
      <pc:sldChg chg="modSp mod">
        <pc:chgData name="Osera, Peter-Michael" userId="90445edc-0a63-48ed-aba1-7e7e8c59d194" providerId="ADAL" clId="{15DD7E36-4A21-7144-B9C8-9E11E6FCD2B7}" dt="2025-09-28T19:08:15.410" v="33" actId="20577"/>
        <pc:sldMkLst>
          <pc:docMk/>
          <pc:sldMk cId="3366898370" sldId="269"/>
        </pc:sldMkLst>
      </pc:sldChg>
      <pc:sldChg chg="modSp mod">
        <pc:chgData name="Osera, Peter-Michael" userId="90445edc-0a63-48ed-aba1-7e7e8c59d194" providerId="ADAL" clId="{15DD7E36-4A21-7144-B9C8-9E11E6FCD2B7}" dt="2025-09-29T12:33:21.061" v="376" actId="15"/>
        <pc:sldMkLst>
          <pc:docMk/>
          <pc:sldMk cId="4290934021" sldId="277"/>
        </pc:sldMkLst>
      </pc:sldChg>
      <pc:sldChg chg="modSp add mod">
        <pc:chgData name="Osera, Peter-Michael" userId="90445edc-0a63-48ed-aba1-7e7e8c59d194" providerId="ADAL" clId="{15DD7E36-4A21-7144-B9C8-9E11E6FCD2B7}" dt="2025-09-29T12:38:33.016" v="674" actId="2711"/>
        <pc:sldMkLst>
          <pc:docMk/>
          <pc:sldMk cId="1820096326" sldId="291"/>
        </pc:sldMkLst>
      </pc:sldChg>
      <pc:sldChg chg="del">
        <pc:chgData name="Osera, Peter-Michael" userId="90445edc-0a63-48ed-aba1-7e7e8c59d194" providerId="ADAL" clId="{15DD7E36-4A21-7144-B9C8-9E11E6FCD2B7}" dt="2025-09-29T12:38:45.575" v="675" actId="2696"/>
        <pc:sldMkLst>
          <pc:docMk/>
          <pc:sldMk cId="1376670211" sldId="297"/>
        </pc:sldMkLst>
      </pc:sldChg>
      <pc:sldChg chg="del">
        <pc:chgData name="Osera, Peter-Michael" userId="90445edc-0a63-48ed-aba1-7e7e8c59d194" providerId="ADAL" clId="{15DD7E36-4A21-7144-B9C8-9E11E6FCD2B7}" dt="2025-09-29T13:06:10.654" v="2044" actId="2696"/>
        <pc:sldMkLst>
          <pc:docMk/>
          <pc:sldMk cId="3790888943" sldId="303"/>
        </pc:sldMkLst>
      </pc:sldChg>
      <pc:sldChg chg="del">
        <pc:chgData name="Osera, Peter-Michael" userId="90445edc-0a63-48ed-aba1-7e7e8c59d194" providerId="ADAL" clId="{15DD7E36-4A21-7144-B9C8-9E11E6FCD2B7}" dt="2025-09-29T12:38:49.128" v="676" actId="2696"/>
        <pc:sldMkLst>
          <pc:docMk/>
          <pc:sldMk cId="1688922382" sldId="305"/>
        </pc:sldMkLst>
      </pc:sldChg>
      <pc:sldChg chg="del">
        <pc:chgData name="Osera, Peter-Michael" userId="90445edc-0a63-48ed-aba1-7e7e8c59d194" providerId="ADAL" clId="{15DD7E36-4A21-7144-B9C8-9E11E6FCD2B7}" dt="2025-09-29T12:38:49.141" v="679" actId="2696"/>
        <pc:sldMkLst>
          <pc:docMk/>
          <pc:sldMk cId="460890497" sldId="306"/>
        </pc:sldMkLst>
      </pc:sldChg>
      <pc:sldChg chg="del">
        <pc:chgData name="Osera, Peter-Michael" userId="90445edc-0a63-48ed-aba1-7e7e8c59d194" providerId="ADAL" clId="{15DD7E36-4A21-7144-B9C8-9E11E6FCD2B7}" dt="2025-09-29T12:38:49.151" v="683" actId="2696"/>
        <pc:sldMkLst>
          <pc:docMk/>
          <pc:sldMk cId="2643962654" sldId="307"/>
        </pc:sldMkLst>
      </pc:sldChg>
      <pc:sldChg chg="del">
        <pc:chgData name="Osera, Peter-Michael" userId="90445edc-0a63-48ed-aba1-7e7e8c59d194" providerId="ADAL" clId="{15DD7E36-4A21-7144-B9C8-9E11E6FCD2B7}" dt="2025-09-29T12:38:49.143" v="682" actId="2696"/>
        <pc:sldMkLst>
          <pc:docMk/>
          <pc:sldMk cId="3487508674" sldId="308"/>
        </pc:sldMkLst>
      </pc:sldChg>
      <pc:sldChg chg="del">
        <pc:chgData name="Osera, Peter-Michael" userId="90445edc-0a63-48ed-aba1-7e7e8c59d194" providerId="ADAL" clId="{15DD7E36-4A21-7144-B9C8-9E11E6FCD2B7}" dt="2025-09-29T12:38:49.163" v="688" actId="2696"/>
        <pc:sldMkLst>
          <pc:docMk/>
          <pc:sldMk cId="3376477613" sldId="310"/>
        </pc:sldMkLst>
      </pc:sldChg>
      <pc:sldChg chg="del">
        <pc:chgData name="Osera, Peter-Michael" userId="90445edc-0a63-48ed-aba1-7e7e8c59d194" providerId="ADAL" clId="{15DD7E36-4A21-7144-B9C8-9E11E6FCD2B7}" dt="2025-09-29T12:38:49.130" v="677" actId="2696"/>
        <pc:sldMkLst>
          <pc:docMk/>
          <pc:sldMk cId="1344061209" sldId="311"/>
        </pc:sldMkLst>
      </pc:sldChg>
      <pc:sldChg chg="del">
        <pc:chgData name="Osera, Peter-Michael" userId="90445edc-0a63-48ed-aba1-7e7e8c59d194" providerId="ADAL" clId="{15DD7E36-4A21-7144-B9C8-9E11E6FCD2B7}" dt="2025-09-29T12:38:49.153" v="686" actId="2696"/>
        <pc:sldMkLst>
          <pc:docMk/>
          <pc:sldMk cId="1853578678" sldId="312"/>
        </pc:sldMkLst>
      </pc:sldChg>
      <pc:sldChg chg="del">
        <pc:chgData name="Osera, Peter-Michael" userId="90445edc-0a63-48ed-aba1-7e7e8c59d194" providerId="ADAL" clId="{15DD7E36-4A21-7144-B9C8-9E11E6FCD2B7}" dt="2025-09-29T12:38:49.143" v="681" actId="2696"/>
        <pc:sldMkLst>
          <pc:docMk/>
          <pc:sldMk cId="1099397142" sldId="313"/>
        </pc:sldMkLst>
      </pc:sldChg>
      <pc:sldChg chg="del">
        <pc:chgData name="Osera, Peter-Michael" userId="90445edc-0a63-48ed-aba1-7e7e8c59d194" providerId="ADAL" clId="{15DD7E36-4A21-7144-B9C8-9E11E6FCD2B7}" dt="2025-09-29T12:38:49.151" v="684" actId="2696"/>
        <pc:sldMkLst>
          <pc:docMk/>
          <pc:sldMk cId="753389821" sldId="314"/>
        </pc:sldMkLst>
      </pc:sldChg>
      <pc:sldChg chg="del">
        <pc:chgData name="Osera, Peter-Michael" userId="90445edc-0a63-48ed-aba1-7e7e8c59d194" providerId="ADAL" clId="{15DD7E36-4A21-7144-B9C8-9E11E6FCD2B7}" dt="2025-09-29T12:38:49.142" v="680" actId="2696"/>
        <pc:sldMkLst>
          <pc:docMk/>
          <pc:sldMk cId="2040358606" sldId="315"/>
        </pc:sldMkLst>
      </pc:sldChg>
      <pc:sldChg chg="del">
        <pc:chgData name="Osera, Peter-Michael" userId="90445edc-0a63-48ed-aba1-7e7e8c59d194" providerId="ADAL" clId="{15DD7E36-4A21-7144-B9C8-9E11E6FCD2B7}" dt="2025-09-29T12:38:49.154" v="687" actId="2696"/>
        <pc:sldMkLst>
          <pc:docMk/>
          <pc:sldMk cId="267789503" sldId="316"/>
        </pc:sldMkLst>
      </pc:sldChg>
      <pc:sldChg chg="del">
        <pc:chgData name="Osera, Peter-Michael" userId="90445edc-0a63-48ed-aba1-7e7e8c59d194" providerId="ADAL" clId="{15DD7E36-4A21-7144-B9C8-9E11E6FCD2B7}" dt="2025-09-29T12:38:49.152" v="685" actId="2696"/>
        <pc:sldMkLst>
          <pc:docMk/>
          <pc:sldMk cId="1036037402" sldId="317"/>
        </pc:sldMkLst>
      </pc:sldChg>
      <pc:sldChg chg="del">
        <pc:chgData name="Osera, Peter-Michael" userId="90445edc-0a63-48ed-aba1-7e7e8c59d194" providerId="ADAL" clId="{15DD7E36-4A21-7144-B9C8-9E11E6FCD2B7}" dt="2025-09-29T12:38:49.131" v="678" actId="2696"/>
        <pc:sldMkLst>
          <pc:docMk/>
          <pc:sldMk cId="3576794505" sldId="318"/>
        </pc:sldMkLst>
      </pc:sldChg>
      <pc:sldChg chg="add del">
        <pc:chgData name="Osera, Peter-Michael" userId="90445edc-0a63-48ed-aba1-7e7e8c59d194" providerId="ADAL" clId="{15DD7E36-4A21-7144-B9C8-9E11E6FCD2B7}" dt="2025-09-29T13:03:38.654" v="2043" actId="2696"/>
        <pc:sldMkLst>
          <pc:docMk/>
          <pc:sldMk cId="674321864" sldId="319"/>
        </pc:sldMkLst>
      </pc:sldChg>
      <pc:sldChg chg="addSp modSp new mod modClrScheme modAnim chgLayout">
        <pc:chgData name="Osera, Peter-Michael" userId="90445edc-0a63-48ed-aba1-7e7e8c59d194" providerId="ADAL" clId="{15DD7E36-4A21-7144-B9C8-9E11E6FCD2B7}" dt="2025-09-29T12:44:16.345" v="1124"/>
        <pc:sldMkLst>
          <pc:docMk/>
          <pc:sldMk cId="4230003344" sldId="320"/>
        </pc:sldMkLst>
      </pc:sldChg>
      <pc:sldChg chg="addSp delSp modSp new mod modClrScheme modAnim chgLayout">
        <pc:chgData name="Osera, Peter-Michael" userId="90445edc-0a63-48ed-aba1-7e7e8c59d194" providerId="ADAL" clId="{15DD7E36-4A21-7144-B9C8-9E11E6FCD2B7}" dt="2025-09-29T12:43:23.832" v="1043" actId="20577"/>
        <pc:sldMkLst>
          <pc:docMk/>
          <pc:sldMk cId="3199992382" sldId="321"/>
        </pc:sldMkLst>
      </pc:sldChg>
      <pc:sldChg chg="new del">
        <pc:chgData name="Osera, Peter-Michael" userId="90445edc-0a63-48ed-aba1-7e7e8c59d194" providerId="ADAL" clId="{15DD7E36-4A21-7144-B9C8-9E11E6FCD2B7}" dt="2025-09-29T12:43:32.441" v="1045" actId="2696"/>
        <pc:sldMkLst>
          <pc:docMk/>
          <pc:sldMk cId="2488106596" sldId="322"/>
        </pc:sldMkLst>
      </pc:sldChg>
      <pc:sldChg chg="addSp delSp modSp new mod">
        <pc:chgData name="Osera, Peter-Michael" userId="90445edc-0a63-48ed-aba1-7e7e8c59d194" providerId="ADAL" clId="{15DD7E36-4A21-7144-B9C8-9E11E6FCD2B7}" dt="2025-09-29T12:46:45.636" v="1211" actId="20577"/>
        <pc:sldMkLst>
          <pc:docMk/>
          <pc:sldMk cId="2786471809" sldId="322"/>
        </pc:sldMkLst>
      </pc:sldChg>
      <pc:sldChg chg="addSp modSp new mod">
        <pc:chgData name="Osera, Peter-Michael" userId="90445edc-0a63-48ed-aba1-7e7e8c59d194" providerId="ADAL" clId="{15DD7E36-4A21-7144-B9C8-9E11E6FCD2B7}" dt="2025-09-29T12:49:01.784" v="1268" actId="1076"/>
        <pc:sldMkLst>
          <pc:docMk/>
          <pc:sldMk cId="3171910730" sldId="323"/>
        </pc:sldMkLst>
      </pc:sldChg>
      <pc:sldChg chg="modSp new mod modAnim">
        <pc:chgData name="Osera, Peter-Michael" userId="90445edc-0a63-48ed-aba1-7e7e8c59d194" providerId="ADAL" clId="{15DD7E36-4A21-7144-B9C8-9E11E6FCD2B7}" dt="2025-09-29T12:57:02.994" v="2042" actId="20577"/>
        <pc:sldMkLst>
          <pc:docMk/>
          <pc:sldMk cId="1988971713" sldId="324"/>
        </pc:sldMkLst>
      </pc:sldChg>
    </pc:docChg>
  </pc:docChgLst>
  <pc:docChgLst>
    <pc:chgData name="Osera, Peter-Michael" userId="S::osera@grinnell.edu::90445edc-0a63-48ed-aba1-7e7e8c59d194" providerId="AD" clId="Web-{7559D9CE-4ED8-CAB9-8F2E-3A24BED20756}"/>
    <pc:docChg chg="addSld delSld modSld sldOrd">
      <pc:chgData name="Osera, Peter-Michael" userId="S::osera@grinnell.edu::90445edc-0a63-48ed-aba1-7e7e8c59d194" providerId="AD" clId="Web-{7559D9CE-4ED8-CAB9-8F2E-3A24BED20756}" dt="2025-09-15T12:54:37.833" v="1539" actId="20577"/>
      <pc:docMkLst>
        <pc:docMk/>
      </pc:docMkLst>
      <pc:sldChg chg="del">
        <pc:chgData name="Osera, Peter-Michael" userId="S::osera@grinnell.edu::90445edc-0a63-48ed-aba1-7e7e8c59d194" providerId="AD" clId="Web-{7559D9CE-4ED8-CAB9-8F2E-3A24BED20756}" dt="2025-09-15T12:26:00.550" v="2"/>
        <pc:sldMkLst>
          <pc:docMk/>
          <pc:sldMk cId="3236030729" sldId="275"/>
        </pc:sldMkLst>
      </pc:sldChg>
      <pc:sldChg chg="del">
        <pc:chgData name="Osera, Peter-Michael" userId="S::osera@grinnell.edu::90445edc-0a63-48ed-aba1-7e7e8c59d194" providerId="AD" clId="Web-{7559D9CE-4ED8-CAB9-8F2E-3A24BED20756}" dt="2025-09-15T12:25:59.440" v="1"/>
        <pc:sldMkLst>
          <pc:docMk/>
          <pc:sldMk cId="919553883" sldId="276"/>
        </pc:sldMkLst>
      </pc:sldChg>
      <pc:sldChg chg="modSp">
        <pc:chgData name="Osera, Peter-Michael" userId="S::osera@grinnell.edu::90445edc-0a63-48ed-aba1-7e7e8c59d194" providerId="AD" clId="Web-{7559D9CE-4ED8-CAB9-8F2E-3A24BED20756}" dt="2025-09-15T12:47:03.862" v="1503" actId="20577"/>
        <pc:sldMkLst>
          <pc:docMk/>
          <pc:sldMk cId="4290934021" sldId="277"/>
        </pc:sldMkLst>
      </pc:sldChg>
      <pc:sldChg chg="modSp ord delAnim">
        <pc:chgData name="Osera, Peter-Michael" userId="S::osera@grinnell.edu::90445edc-0a63-48ed-aba1-7e7e8c59d194" providerId="AD" clId="Web-{7559D9CE-4ED8-CAB9-8F2E-3A24BED20756}" dt="2025-09-15T12:46:21.393" v="1446"/>
        <pc:sldMkLst>
          <pc:docMk/>
          <pc:sldMk cId="1497755310" sldId="278"/>
        </pc:sldMkLst>
      </pc:sldChg>
      <pc:sldChg chg="del">
        <pc:chgData name="Osera, Peter-Michael" userId="S::osera@grinnell.edu::90445edc-0a63-48ed-aba1-7e7e8c59d194" providerId="AD" clId="Web-{7559D9CE-4ED8-CAB9-8F2E-3A24BED20756}" dt="2025-09-15T12:45:56.799" v="1443"/>
        <pc:sldMkLst>
          <pc:docMk/>
          <pc:sldMk cId="1674227849" sldId="279"/>
        </pc:sldMkLst>
      </pc:sldChg>
      <pc:sldChg chg="del">
        <pc:chgData name="Osera, Peter-Michael" userId="S::osera@grinnell.edu::90445edc-0a63-48ed-aba1-7e7e8c59d194" providerId="AD" clId="Web-{7559D9CE-4ED8-CAB9-8F2E-3A24BED20756}" dt="2025-09-15T12:45:56.799" v="1445"/>
        <pc:sldMkLst>
          <pc:docMk/>
          <pc:sldMk cId="885856844" sldId="280"/>
        </pc:sldMkLst>
      </pc:sldChg>
      <pc:sldChg chg="del">
        <pc:chgData name="Osera, Peter-Michael" userId="S::osera@grinnell.edu::90445edc-0a63-48ed-aba1-7e7e8c59d194" providerId="AD" clId="Web-{7559D9CE-4ED8-CAB9-8F2E-3A24BED20756}" dt="2025-09-15T12:45:56.799" v="1442"/>
        <pc:sldMkLst>
          <pc:docMk/>
          <pc:sldMk cId="4210201057" sldId="282"/>
        </pc:sldMkLst>
      </pc:sldChg>
      <pc:sldChg chg="del">
        <pc:chgData name="Osera, Peter-Michael" userId="S::osera@grinnell.edu::90445edc-0a63-48ed-aba1-7e7e8c59d194" providerId="AD" clId="Web-{7559D9CE-4ED8-CAB9-8F2E-3A24BED20756}" dt="2025-09-15T12:45:56.783" v="1441"/>
        <pc:sldMkLst>
          <pc:docMk/>
          <pc:sldMk cId="4123150192" sldId="283"/>
        </pc:sldMkLst>
      </pc:sldChg>
      <pc:sldChg chg="del">
        <pc:chgData name="Osera, Peter-Michael" userId="S::osera@grinnell.edu::90445edc-0a63-48ed-aba1-7e7e8c59d194" providerId="AD" clId="Web-{7559D9CE-4ED8-CAB9-8F2E-3A24BED20756}" dt="2025-09-15T12:45:56.783" v="1440"/>
        <pc:sldMkLst>
          <pc:docMk/>
          <pc:sldMk cId="2047074440" sldId="284"/>
        </pc:sldMkLst>
      </pc:sldChg>
      <pc:sldChg chg="del">
        <pc:chgData name="Osera, Peter-Michael" userId="S::osera@grinnell.edu::90445edc-0a63-48ed-aba1-7e7e8c59d194" providerId="AD" clId="Web-{7559D9CE-4ED8-CAB9-8F2E-3A24BED20756}" dt="2025-09-15T12:45:56.799" v="1444"/>
        <pc:sldMkLst>
          <pc:docMk/>
          <pc:sldMk cId="1493170126" sldId="285"/>
        </pc:sldMkLst>
      </pc:sldChg>
      <pc:sldChg chg="del">
        <pc:chgData name="Osera, Peter-Michael" userId="S::osera@grinnell.edu::90445edc-0a63-48ed-aba1-7e7e8c59d194" providerId="AD" clId="Web-{7559D9CE-4ED8-CAB9-8F2E-3A24BED20756}" dt="2025-09-15T12:45:56.783" v="1439"/>
        <pc:sldMkLst>
          <pc:docMk/>
          <pc:sldMk cId="3488208123" sldId="286"/>
        </pc:sldMkLst>
      </pc:sldChg>
      <pc:sldChg chg="del">
        <pc:chgData name="Osera, Peter-Michael" userId="S::osera@grinnell.edu::90445edc-0a63-48ed-aba1-7e7e8c59d194" providerId="AD" clId="Web-{7559D9CE-4ED8-CAB9-8F2E-3A24BED20756}" dt="2025-09-15T12:45:56.783" v="1438"/>
        <pc:sldMkLst>
          <pc:docMk/>
          <pc:sldMk cId="2803850654" sldId="287"/>
        </pc:sldMkLst>
      </pc:sldChg>
      <pc:sldChg chg="del">
        <pc:chgData name="Osera, Peter-Michael" userId="S::osera@grinnell.edu::90445edc-0a63-48ed-aba1-7e7e8c59d194" providerId="AD" clId="Web-{7559D9CE-4ED8-CAB9-8F2E-3A24BED20756}" dt="2025-09-15T12:45:56.783" v="1437"/>
        <pc:sldMkLst>
          <pc:docMk/>
          <pc:sldMk cId="2112059681" sldId="289"/>
        </pc:sldMkLst>
      </pc:sldChg>
      <pc:sldChg chg="modSp new">
        <pc:chgData name="Osera, Peter-Michael" userId="S::osera@grinnell.edu::90445edc-0a63-48ed-aba1-7e7e8c59d194" providerId="AD" clId="Web-{7559D9CE-4ED8-CAB9-8F2E-3A24BED20756}" dt="2025-09-15T12:32:15.319" v="607" actId="20577"/>
        <pc:sldMkLst>
          <pc:docMk/>
          <pc:sldMk cId="5708271" sldId="290"/>
        </pc:sldMkLst>
      </pc:sldChg>
      <pc:sldChg chg="modSp new">
        <pc:chgData name="Osera, Peter-Michael" userId="S::osera@grinnell.edu::90445edc-0a63-48ed-aba1-7e7e8c59d194" providerId="AD" clId="Web-{7559D9CE-4ED8-CAB9-8F2E-3A24BED20756}" dt="2025-09-15T12:35:15.710" v="845" actId="20577"/>
        <pc:sldMkLst>
          <pc:docMk/>
          <pc:sldMk cId="1820096326" sldId="291"/>
        </pc:sldMkLst>
      </pc:sldChg>
      <pc:sldChg chg="modSp new">
        <pc:chgData name="Osera, Peter-Michael" userId="S::osera@grinnell.edu::90445edc-0a63-48ed-aba1-7e7e8c59d194" providerId="AD" clId="Web-{7559D9CE-4ED8-CAB9-8F2E-3A24BED20756}" dt="2025-09-15T12:41:38.514" v="1381" actId="20577"/>
        <pc:sldMkLst>
          <pc:docMk/>
          <pc:sldMk cId="1044856473" sldId="292"/>
        </pc:sldMkLst>
      </pc:sldChg>
      <pc:sldChg chg="modSp new">
        <pc:chgData name="Osera, Peter-Michael" userId="S::osera@grinnell.edu::90445edc-0a63-48ed-aba1-7e7e8c59d194" providerId="AD" clId="Web-{7559D9CE-4ED8-CAB9-8F2E-3A24BED20756}" dt="2025-09-15T12:54:30.130" v="1536" actId="20577"/>
        <pc:sldMkLst>
          <pc:docMk/>
          <pc:sldMk cId="578436196" sldId="293"/>
        </pc:sldMkLst>
      </pc:sldChg>
      <pc:sldChg chg="new del">
        <pc:chgData name="Osera, Peter-Michael" userId="S::osera@grinnell.edu::90445edc-0a63-48ed-aba1-7e7e8c59d194" providerId="AD" clId="Web-{7559D9CE-4ED8-CAB9-8F2E-3A24BED20756}" dt="2025-09-15T12:42:05.561" v="1383"/>
        <pc:sldMkLst>
          <pc:docMk/>
          <pc:sldMk cId="2036891413" sldId="293"/>
        </pc:sldMkLst>
      </pc:sldChg>
      <pc:sldChg chg="modSp new del">
        <pc:chgData name="Osera, Peter-Michael" userId="S::osera@grinnell.edu::90445edc-0a63-48ed-aba1-7e7e8c59d194" providerId="AD" clId="Web-{7559D9CE-4ED8-CAB9-8F2E-3A24BED20756}" dt="2025-09-15T12:44:51.751" v="1408"/>
        <pc:sldMkLst>
          <pc:docMk/>
          <pc:sldMk cId="651932359" sldId="294"/>
        </pc:sldMkLst>
      </pc:sldChg>
      <pc:sldChg chg="modSp new">
        <pc:chgData name="Osera, Peter-Michael" userId="S::osera@grinnell.edu::90445edc-0a63-48ed-aba1-7e7e8c59d194" providerId="AD" clId="Web-{7559D9CE-4ED8-CAB9-8F2E-3A24BED20756}" dt="2025-09-15T12:54:37.833" v="1539" actId="20577"/>
        <pc:sldMkLst>
          <pc:docMk/>
          <pc:sldMk cId="3328251515" sldId="294"/>
        </pc:sldMkLst>
      </pc:sldChg>
      <pc:sldChg chg="modSp new">
        <pc:chgData name="Osera, Peter-Michael" userId="S::osera@grinnell.edu::90445edc-0a63-48ed-aba1-7e7e8c59d194" providerId="AD" clId="Web-{7559D9CE-4ED8-CAB9-8F2E-3A24BED20756}" dt="2025-09-15T12:54:25.490" v="1535" actId="20577"/>
        <pc:sldMkLst>
          <pc:docMk/>
          <pc:sldMk cId="3259898676" sldId="295"/>
        </pc:sldMkLst>
      </pc:sldChg>
    </pc:docChg>
  </pc:docChgLst>
  <pc:docChgLst>
    <pc:chgData name="Osera, Peter-Michael" userId="90445edc-0a63-48ed-aba1-7e7e8c59d194" providerId="ADAL" clId="{1A239650-F700-084F-9429-1285A035D81A}"/>
    <pc:docChg chg="modSld">
      <pc:chgData name="Osera, Peter-Michael" userId="90445edc-0a63-48ed-aba1-7e7e8c59d194" providerId="ADAL" clId="{1A239650-F700-084F-9429-1285A035D81A}" dt="2025-10-27T11:58:35.927" v="178" actId="20577"/>
      <pc:docMkLst>
        <pc:docMk/>
      </pc:docMkLst>
      <pc:sldChg chg="modSp mod">
        <pc:chgData name="Osera, Peter-Michael" userId="90445edc-0a63-48ed-aba1-7e7e8c59d194" providerId="ADAL" clId="{1A239650-F700-084F-9429-1285A035D81A}" dt="2025-10-27T11:56:52.856" v="33" actId="20577"/>
        <pc:sldMkLst>
          <pc:docMk/>
          <pc:sldMk cId="3366898370" sldId="269"/>
        </pc:sldMkLst>
      </pc:sldChg>
      <pc:sldChg chg="modSp mod">
        <pc:chgData name="Osera, Peter-Michael" userId="90445edc-0a63-48ed-aba1-7e7e8c59d194" providerId="ADAL" clId="{1A239650-F700-084F-9429-1285A035D81A}" dt="2025-10-27T11:58:35.927" v="178" actId="20577"/>
        <pc:sldMkLst>
          <pc:docMk/>
          <pc:sldMk cId="4290934021" sldId="277"/>
        </pc:sldMkLst>
      </pc:sldChg>
    </pc:docChg>
  </pc:docChgLst>
  <pc:docChgLst>
    <pc:chgData name="Osera, Peter-Michael" userId="90445edc-0a63-48ed-aba1-7e7e8c59d194" providerId="ADAL" clId="{9C7D0ED4-4985-3B41-8102-8B6F507D9404}"/>
    <pc:docChg chg="undo custSel addSld delSld modSld">
      <pc:chgData name="Osera, Peter-Michael" userId="90445edc-0a63-48ed-aba1-7e7e8c59d194" providerId="ADAL" clId="{9C7D0ED4-4985-3B41-8102-8B6F507D9404}" dt="2025-11-07T14:02:13.524" v="365" actId="20577"/>
      <pc:docMkLst>
        <pc:docMk/>
      </pc:docMkLst>
      <pc:sldChg chg="del">
        <pc:chgData name="Osera, Peter-Michael" userId="90445edc-0a63-48ed-aba1-7e7e8c59d194" providerId="ADAL" clId="{9C7D0ED4-4985-3B41-8102-8B6F507D9404}" dt="2025-11-07T05:03:24.019" v="264" actId="2696"/>
        <pc:sldMkLst>
          <pc:docMk/>
          <pc:sldMk cId="401898079" sldId="258"/>
        </pc:sldMkLst>
      </pc:sldChg>
      <pc:sldChg chg="del">
        <pc:chgData name="Osera, Peter-Michael" userId="90445edc-0a63-48ed-aba1-7e7e8c59d194" providerId="ADAL" clId="{9C7D0ED4-4985-3B41-8102-8B6F507D9404}" dt="2025-11-07T05:03:24.021" v="266" actId="2696"/>
        <pc:sldMkLst>
          <pc:docMk/>
          <pc:sldMk cId="3670492894" sldId="260"/>
        </pc:sldMkLst>
      </pc:sldChg>
      <pc:sldChg chg="del">
        <pc:chgData name="Osera, Peter-Michael" userId="90445edc-0a63-48ed-aba1-7e7e8c59d194" providerId="ADAL" clId="{9C7D0ED4-4985-3B41-8102-8B6F507D9404}" dt="2025-11-07T05:03:24.016" v="262" actId="2696"/>
        <pc:sldMkLst>
          <pc:docMk/>
          <pc:sldMk cId="2534403156" sldId="261"/>
        </pc:sldMkLst>
      </pc:sldChg>
      <pc:sldChg chg="modSp mod">
        <pc:chgData name="Osera, Peter-Michael" userId="90445edc-0a63-48ed-aba1-7e7e8c59d194" providerId="ADAL" clId="{9C7D0ED4-4985-3B41-8102-8B6F507D9404}" dt="2025-11-07T04:34:19.520" v="26" actId="20577"/>
        <pc:sldMkLst>
          <pc:docMk/>
          <pc:sldMk cId="3366898370" sldId="269"/>
        </pc:sldMkLst>
      </pc:sldChg>
      <pc:sldChg chg="del">
        <pc:chgData name="Osera, Peter-Michael" userId="90445edc-0a63-48ed-aba1-7e7e8c59d194" providerId="ADAL" clId="{9C7D0ED4-4985-3B41-8102-8B6F507D9404}" dt="2025-11-07T05:03:28.196" v="270" actId="2696"/>
        <pc:sldMkLst>
          <pc:docMk/>
          <pc:sldMk cId="110366374" sldId="280"/>
        </pc:sldMkLst>
      </pc:sldChg>
      <pc:sldChg chg="del">
        <pc:chgData name="Osera, Peter-Michael" userId="90445edc-0a63-48ed-aba1-7e7e8c59d194" providerId="ADAL" clId="{9C7D0ED4-4985-3B41-8102-8B6F507D9404}" dt="2025-11-07T05:03:16.951" v="258" actId="2696"/>
        <pc:sldMkLst>
          <pc:docMk/>
          <pc:sldMk cId="3085092514" sldId="283"/>
        </pc:sldMkLst>
      </pc:sldChg>
      <pc:sldChg chg="del">
        <pc:chgData name="Osera, Peter-Michael" userId="90445edc-0a63-48ed-aba1-7e7e8c59d194" providerId="ADAL" clId="{9C7D0ED4-4985-3B41-8102-8B6F507D9404}" dt="2025-11-07T05:03:24.005" v="259" actId="2696"/>
        <pc:sldMkLst>
          <pc:docMk/>
          <pc:sldMk cId="1989346781" sldId="284"/>
        </pc:sldMkLst>
      </pc:sldChg>
      <pc:sldChg chg="del">
        <pc:chgData name="Osera, Peter-Michael" userId="90445edc-0a63-48ed-aba1-7e7e8c59d194" providerId="ADAL" clId="{9C7D0ED4-4985-3B41-8102-8B6F507D9404}" dt="2025-11-07T05:03:24.009" v="260" actId="2696"/>
        <pc:sldMkLst>
          <pc:docMk/>
          <pc:sldMk cId="1012195830" sldId="285"/>
        </pc:sldMkLst>
      </pc:sldChg>
      <pc:sldChg chg="del">
        <pc:chgData name="Osera, Peter-Michael" userId="90445edc-0a63-48ed-aba1-7e7e8c59d194" providerId="ADAL" clId="{9C7D0ED4-4985-3B41-8102-8B6F507D9404}" dt="2025-11-07T05:03:24.025" v="268" actId="2696"/>
        <pc:sldMkLst>
          <pc:docMk/>
          <pc:sldMk cId="3346552866" sldId="286"/>
        </pc:sldMkLst>
      </pc:sldChg>
      <pc:sldChg chg="del">
        <pc:chgData name="Osera, Peter-Michael" userId="90445edc-0a63-48ed-aba1-7e7e8c59d194" providerId="ADAL" clId="{9C7D0ED4-4985-3B41-8102-8B6F507D9404}" dt="2025-11-07T05:03:24.032" v="269" actId="2696"/>
        <pc:sldMkLst>
          <pc:docMk/>
          <pc:sldMk cId="1642476394" sldId="287"/>
        </pc:sldMkLst>
      </pc:sldChg>
      <pc:sldChg chg="del">
        <pc:chgData name="Osera, Peter-Michael" userId="90445edc-0a63-48ed-aba1-7e7e8c59d194" providerId="ADAL" clId="{9C7D0ED4-4985-3B41-8102-8B6F507D9404}" dt="2025-11-07T05:03:24.020" v="265" actId="2696"/>
        <pc:sldMkLst>
          <pc:docMk/>
          <pc:sldMk cId="4266943096" sldId="288"/>
        </pc:sldMkLst>
      </pc:sldChg>
      <pc:sldChg chg="del">
        <pc:chgData name="Osera, Peter-Michael" userId="90445edc-0a63-48ed-aba1-7e7e8c59d194" providerId="ADAL" clId="{9C7D0ED4-4985-3B41-8102-8B6F507D9404}" dt="2025-11-07T05:03:24.011" v="261" actId="2696"/>
        <pc:sldMkLst>
          <pc:docMk/>
          <pc:sldMk cId="2627191366" sldId="289"/>
        </pc:sldMkLst>
      </pc:sldChg>
      <pc:sldChg chg="del">
        <pc:chgData name="Osera, Peter-Michael" userId="90445edc-0a63-48ed-aba1-7e7e8c59d194" providerId="ADAL" clId="{9C7D0ED4-4985-3B41-8102-8B6F507D9404}" dt="2025-11-07T05:03:24.017" v="263" actId="2696"/>
        <pc:sldMkLst>
          <pc:docMk/>
          <pc:sldMk cId="664425179" sldId="290"/>
        </pc:sldMkLst>
      </pc:sldChg>
      <pc:sldChg chg="modSp new mod">
        <pc:chgData name="Osera, Peter-Michael" userId="90445edc-0a63-48ed-aba1-7e7e8c59d194" providerId="ADAL" clId="{9C7D0ED4-4985-3B41-8102-8B6F507D9404}" dt="2025-11-07T14:02:13.524" v="365" actId="20577"/>
        <pc:sldMkLst>
          <pc:docMk/>
          <pc:sldMk cId="126231276" sldId="292"/>
        </pc:sldMkLst>
      </pc:sldChg>
      <pc:sldChg chg="del">
        <pc:chgData name="Osera, Peter-Michael" userId="90445edc-0a63-48ed-aba1-7e7e8c59d194" providerId="ADAL" clId="{9C7D0ED4-4985-3B41-8102-8B6F507D9404}" dt="2025-11-07T05:03:24.022" v="267" actId="2696"/>
        <pc:sldMkLst>
          <pc:docMk/>
          <pc:sldMk cId="1584085991" sldId="293"/>
        </pc:sldMkLst>
      </pc:sldChg>
      <pc:sldChg chg="new del">
        <pc:chgData name="Osera, Peter-Michael" userId="90445edc-0a63-48ed-aba1-7e7e8c59d194" providerId="ADAL" clId="{9C7D0ED4-4985-3B41-8102-8B6F507D9404}" dt="2025-11-07T05:03:03.181" v="250" actId="2696"/>
        <pc:sldMkLst>
          <pc:docMk/>
          <pc:sldMk cId="2839491819" sldId="294"/>
        </pc:sldMkLst>
      </pc:sldChg>
    </pc:docChg>
  </pc:docChgLst>
  <pc:docChgLst>
    <pc:chgData name="Osera, Peter-Michael" userId="90445edc-0a63-48ed-aba1-7e7e8c59d194" providerId="ADAL" clId="{4CF96F90-B24D-EA4B-B2F3-C89C362CCF05}"/>
    <pc:docChg chg="undo custSel addSld delSld modSld sldOrd">
      <pc:chgData name="Osera, Peter-Michael" userId="90445edc-0a63-48ed-aba1-7e7e8c59d194" providerId="ADAL" clId="{4CF96F90-B24D-EA4B-B2F3-C89C362CCF05}" dt="2025-09-26T12:38:52.573" v="5116"/>
      <pc:docMkLst>
        <pc:docMk/>
      </pc:docMkLst>
      <pc:sldChg chg="del">
        <pc:chgData name="Osera, Peter-Michael" userId="90445edc-0a63-48ed-aba1-7e7e8c59d194" providerId="ADAL" clId="{4CF96F90-B24D-EA4B-B2F3-C89C362CCF05}" dt="2025-09-24T02:42:41.585" v="201" actId="2696"/>
        <pc:sldMkLst>
          <pc:docMk/>
          <pc:sldMk cId="1497755310" sldId="278"/>
        </pc:sldMkLst>
      </pc:sldChg>
      <pc:sldChg chg="del">
        <pc:chgData name="Osera, Peter-Michael" userId="90445edc-0a63-48ed-aba1-7e7e8c59d194" providerId="ADAL" clId="{4CF96F90-B24D-EA4B-B2F3-C89C362CCF05}" dt="2025-09-24T02:42:41.577" v="200" actId="2696"/>
        <pc:sldMkLst>
          <pc:docMk/>
          <pc:sldMk cId="1045128023" sldId="296"/>
        </pc:sldMkLst>
      </pc:sldChg>
      <pc:sldChg chg="addSp delSp modSp mod">
        <pc:chgData name="Osera, Peter-Michael" userId="90445edc-0a63-48ed-aba1-7e7e8c59d194" providerId="ADAL" clId="{4CF96F90-B24D-EA4B-B2F3-C89C362CCF05}" dt="2025-09-24T02:41:39.503" v="42" actId="113"/>
        <pc:sldMkLst>
          <pc:docMk/>
          <pc:sldMk cId="1376670211" sldId="297"/>
        </pc:sldMkLst>
      </pc:sldChg>
      <pc:sldChg chg="del">
        <pc:chgData name="Osera, Peter-Michael" userId="90445edc-0a63-48ed-aba1-7e7e8c59d194" providerId="ADAL" clId="{4CF96F90-B24D-EA4B-B2F3-C89C362CCF05}" dt="2025-09-24T02:42:41.592" v="202" actId="2696"/>
        <pc:sldMkLst>
          <pc:docMk/>
          <pc:sldMk cId="3362191122" sldId="298"/>
        </pc:sldMkLst>
      </pc:sldChg>
      <pc:sldChg chg="del">
        <pc:chgData name="Osera, Peter-Michael" userId="90445edc-0a63-48ed-aba1-7e7e8c59d194" providerId="ADAL" clId="{4CF96F90-B24D-EA4B-B2F3-C89C362CCF05}" dt="2025-09-24T02:42:41.595" v="204" actId="2696"/>
        <pc:sldMkLst>
          <pc:docMk/>
          <pc:sldMk cId="579294211" sldId="300"/>
        </pc:sldMkLst>
      </pc:sldChg>
      <pc:sldChg chg="del">
        <pc:chgData name="Osera, Peter-Michael" userId="90445edc-0a63-48ed-aba1-7e7e8c59d194" providerId="ADAL" clId="{4CF96F90-B24D-EA4B-B2F3-C89C362CCF05}" dt="2025-09-24T02:42:41.593" v="203" actId="2696"/>
        <pc:sldMkLst>
          <pc:docMk/>
          <pc:sldMk cId="1085653448" sldId="301"/>
        </pc:sldMkLst>
      </pc:sldChg>
      <pc:sldChg chg="del">
        <pc:chgData name="Osera, Peter-Michael" userId="90445edc-0a63-48ed-aba1-7e7e8c59d194" providerId="ADAL" clId="{4CF96F90-B24D-EA4B-B2F3-C89C362CCF05}" dt="2025-09-24T02:42:41.602" v="205" actId="2696"/>
        <pc:sldMkLst>
          <pc:docMk/>
          <pc:sldMk cId="241780877" sldId="302"/>
        </pc:sldMkLst>
      </pc:sldChg>
      <pc:sldChg chg="modSp mod ord">
        <pc:chgData name="Osera, Peter-Michael" userId="90445edc-0a63-48ed-aba1-7e7e8c59d194" providerId="ADAL" clId="{4CF96F90-B24D-EA4B-B2F3-C89C362CCF05}" dt="2025-09-24T12:44:31.351" v="293" actId="20577"/>
        <pc:sldMkLst>
          <pc:docMk/>
          <pc:sldMk cId="3790888943" sldId="303"/>
        </pc:sldMkLst>
      </pc:sldChg>
      <pc:sldChg chg="new del">
        <pc:chgData name="Osera, Peter-Michael" userId="90445edc-0a63-48ed-aba1-7e7e8c59d194" providerId="ADAL" clId="{4CF96F90-B24D-EA4B-B2F3-C89C362CCF05}" dt="2025-09-24T12:55:46.561" v="1476" actId="2696"/>
        <pc:sldMkLst>
          <pc:docMk/>
          <pc:sldMk cId="3518886972" sldId="304"/>
        </pc:sldMkLst>
      </pc:sldChg>
      <pc:sldChg chg="modSp new mod">
        <pc:chgData name="Osera, Peter-Michael" userId="90445edc-0a63-48ed-aba1-7e7e8c59d194" providerId="ADAL" clId="{4CF96F90-B24D-EA4B-B2F3-C89C362CCF05}" dt="2025-09-24T12:47:34.383" v="877" actId="20577"/>
        <pc:sldMkLst>
          <pc:docMk/>
          <pc:sldMk cId="1688922382" sldId="305"/>
        </pc:sldMkLst>
      </pc:sldChg>
      <pc:sldChg chg="modSp new mod">
        <pc:chgData name="Osera, Peter-Michael" userId="90445edc-0a63-48ed-aba1-7e7e8c59d194" providerId="ADAL" clId="{4CF96F90-B24D-EA4B-B2F3-C89C362CCF05}" dt="2025-09-26T12:37:21.141" v="5101" actId="114"/>
        <pc:sldMkLst>
          <pc:docMk/>
          <pc:sldMk cId="460890497" sldId="306"/>
        </pc:sldMkLst>
      </pc:sldChg>
      <pc:sldChg chg="addSp delSp modSp new mod">
        <pc:chgData name="Osera, Peter-Michael" userId="90445edc-0a63-48ed-aba1-7e7e8c59d194" providerId="ADAL" clId="{4CF96F90-B24D-EA4B-B2F3-C89C362CCF05}" dt="2025-09-26T11:26:05.582" v="1870" actId="14100"/>
        <pc:sldMkLst>
          <pc:docMk/>
          <pc:sldMk cId="2643962654" sldId="307"/>
        </pc:sldMkLst>
      </pc:sldChg>
      <pc:sldChg chg="modSp new mod">
        <pc:chgData name="Osera, Peter-Michael" userId="90445edc-0a63-48ed-aba1-7e7e8c59d194" providerId="ADAL" clId="{4CF96F90-B24D-EA4B-B2F3-C89C362CCF05}" dt="2025-09-26T12:37:45.046" v="5103" actId="207"/>
        <pc:sldMkLst>
          <pc:docMk/>
          <pc:sldMk cId="3487508674" sldId="308"/>
        </pc:sldMkLst>
      </pc:sldChg>
      <pc:sldChg chg="modSp new del mod">
        <pc:chgData name="Osera, Peter-Michael" userId="90445edc-0a63-48ed-aba1-7e7e8c59d194" providerId="ADAL" clId="{4CF96F90-B24D-EA4B-B2F3-C89C362CCF05}" dt="2025-09-26T11:40:08.697" v="2689" actId="2696"/>
        <pc:sldMkLst>
          <pc:docMk/>
          <pc:sldMk cId="2391891708" sldId="309"/>
        </pc:sldMkLst>
      </pc:sldChg>
      <pc:sldChg chg="delSp modSp new mod modClrScheme modAnim chgLayout">
        <pc:chgData name="Osera, Peter-Michael" userId="90445edc-0a63-48ed-aba1-7e7e8c59d194" providerId="ADAL" clId="{4CF96F90-B24D-EA4B-B2F3-C89C362CCF05}" dt="2025-09-26T12:38:05.822" v="5106"/>
        <pc:sldMkLst>
          <pc:docMk/>
          <pc:sldMk cId="3376477613" sldId="310"/>
        </pc:sldMkLst>
      </pc:sldChg>
      <pc:sldChg chg="addSp delSp modSp new mod">
        <pc:chgData name="Osera, Peter-Michael" userId="90445edc-0a63-48ed-aba1-7e7e8c59d194" providerId="ADAL" clId="{4CF96F90-B24D-EA4B-B2F3-C89C362CCF05}" dt="2025-09-26T11:41:09.492" v="2807" actId="20577"/>
        <pc:sldMkLst>
          <pc:docMk/>
          <pc:sldMk cId="1344061209" sldId="311"/>
        </pc:sldMkLst>
      </pc:sldChg>
      <pc:sldChg chg="addSp modSp new mod">
        <pc:chgData name="Osera, Peter-Michael" userId="90445edc-0a63-48ed-aba1-7e7e8c59d194" providerId="ADAL" clId="{4CF96F90-B24D-EA4B-B2F3-C89C362CCF05}" dt="2025-09-26T11:43:29.306" v="2899" actId="1076"/>
        <pc:sldMkLst>
          <pc:docMk/>
          <pc:sldMk cId="1853578678" sldId="312"/>
        </pc:sldMkLst>
      </pc:sldChg>
      <pc:sldChg chg="addSp modSp new mod">
        <pc:chgData name="Osera, Peter-Michael" userId="90445edc-0a63-48ed-aba1-7e7e8c59d194" providerId="ADAL" clId="{4CF96F90-B24D-EA4B-B2F3-C89C362CCF05}" dt="2025-09-26T11:55:03.741" v="3081" actId="14100"/>
        <pc:sldMkLst>
          <pc:docMk/>
          <pc:sldMk cId="1099397142" sldId="313"/>
        </pc:sldMkLst>
      </pc:sldChg>
      <pc:sldChg chg="modSp new mod modAnim">
        <pc:chgData name="Osera, Peter-Michael" userId="90445edc-0a63-48ed-aba1-7e7e8c59d194" providerId="ADAL" clId="{4CF96F90-B24D-EA4B-B2F3-C89C362CCF05}" dt="2025-09-26T12:38:24.708" v="5108"/>
        <pc:sldMkLst>
          <pc:docMk/>
          <pc:sldMk cId="753389821" sldId="314"/>
        </pc:sldMkLst>
      </pc:sldChg>
      <pc:sldChg chg="modSp new mod modAnim">
        <pc:chgData name="Osera, Peter-Michael" userId="90445edc-0a63-48ed-aba1-7e7e8c59d194" providerId="ADAL" clId="{4CF96F90-B24D-EA4B-B2F3-C89C362CCF05}" dt="2025-09-26T12:38:33.638" v="5111"/>
        <pc:sldMkLst>
          <pc:docMk/>
          <pc:sldMk cId="2040358606" sldId="315"/>
        </pc:sldMkLst>
      </pc:sldChg>
      <pc:sldChg chg="addSp delSp modSp new mod">
        <pc:chgData name="Osera, Peter-Michael" userId="90445edc-0a63-48ed-aba1-7e7e8c59d194" providerId="ADAL" clId="{4CF96F90-B24D-EA4B-B2F3-C89C362CCF05}" dt="2025-09-26T12:29:43.214" v="3966" actId="1076"/>
        <pc:sldMkLst>
          <pc:docMk/>
          <pc:sldMk cId="267789503" sldId="316"/>
        </pc:sldMkLst>
      </pc:sldChg>
      <pc:sldChg chg="modSp new mod modAnim">
        <pc:chgData name="Osera, Peter-Michael" userId="90445edc-0a63-48ed-aba1-7e7e8c59d194" providerId="ADAL" clId="{4CF96F90-B24D-EA4B-B2F3-C89C362CCF05}" dt="2025-09-26T12:38:52.573" v="5116"/>
        <pc:sldMkLst>
          <pc:docMk/>
          <pc:sldMk cId="1036037402" sldId="317"/>
        </pc:sldMkLst>
      </pc:sldChg>
      <pc:sldChg chg="modSp new mod">
        <pc:chgData name="Osera, Peter-Michael" userId="90445edc-0a63-48ed-aba1-7e7e8c59d194" providerId="ADAL" clId="{4CF96F90-B24D-EA4B-B2F3-C89C362CCF05}" dt="2025-09-26T12:36:42.509" v="5014" actId="122"/>
        <pc:sldMkLst>
          <pc:docMk/>
          <pc:sldMk cId="3576794505" sldId="318"/>
        </pc:sldMkLst>
      </pc:sldChg>
    </pc:docChg>
  </pc:docChgLst>
  <pc:docChgLst>
    <pc:chgData name="Osera, Peter-Michael" userId="S::osera@grinnell.edu::90445edc-0a63-48ed-aba1-7e7e8c59d194" providerId="AD" clId="Web-{CB7A62DE-CC03-867C-7196-8917C932B10A}"/>
    <pc:docChg chg="modSld">
      <pc:chgData name="Osera, Peter-Michael" userId="S::osera@grinnell.edu::90445edc-0a63-48ed-aba1-7e7e8c59d194" providerId="AD" clId="Web-{CB7A62DE-CC03-867C-7196-8917C932B10A}" dt="2025-09-08T13:22:33.510" v="319"/>
      <pc:docMkLst>
        <pc:docMk/>
      </pc:docMkLst>
      <pc:sldChg chg="modSp">
        <pc:chgData name="Osera, Peter-Michael" userId="S::osera@grinnell.edu::90445edc-0a63-48ed-aba1-7e7e8c59d194" providerId="AD" clId="Web-{CB7A62DE-CC03-867C-7196-8917C932B10A}" dt="2025-09-08T13:01:30.062" v="43" actId="20577"/>
        <pc:sldMkLst>
          <pc:docMk/>
          <pc:sldMk cId="214397117" sldId="270"/>
        </pc:sldMkLst>
      </pc:sldChg>
      <pc:sldChg chg="modSp">
        <pc:chgData name="Osera, Peter-Michael" userId="S::osera@grinnell.edu::90445edc-0a63-48ed-aba1-7e7e8c59d194" providerId="AD" clId="Web-{CB7A62DE-CC03-867C-7196-8917C932B10A}" dt="2025-09-08T13:22:33.510" v="319"/>
        <pc:sldMkLst>
          <pc:docMk/>
          <pc:sldMk cId="2002510537" sldId="274"/>
        </pc:sldMkLst>
      </pc:sldChg>
    </pc:docChg>
  </pc:docChgLst>
  <pc:docChgLst>
    <pc:chgData name="Osera, Peter-Michael" userId="90445edc-0a63-48ed-aba1-7e7e8c59d194" providerId="ADAL" clId="{823A507D-8E7A-2A47-B32A-7E60E9B12D7D}"/>
    <pc:docChg chg="undo custSel addSld delSld modSld sldOrd">
      <pc:chgData name="Osera, Peter-Michael" userId="90445edc-0a63-48ed-aba1-7e7e8c59d194" providerId="ADAL" clId="{823A507D-8E7A-2A47-B32A-7E60E9B12D7D}" dt="2025-11-05T15:24:41.319" v="4272" actId="1076"/>
      <pc:docMkLst>
        <pc:docMk/>
      </pc:docMkLst>
      <pc:sldChg chg="addSp delSp modSp add mod modClrScheme modAnim chgLayout">
        <pc:chgData name="Osera, Peter-Michael" userId="90445edc-0a63-48ed-aba1-7e7e8c59d194" providerId="ADAL" clId="{823A507D-8E7A-2A47-B32A-7E60E9B12D7D}" dt="2025-11-05T13:01:48.376" v="2463"/>
        <pc:sldMkLst>
          <pc:docMk/>
          <pc:sldMk cId="401898079" sldId="258"/>
        </pc:sldMkLst>
      </pc:sldChg>
      <pc:sldChg chg="delSp add mod">
        <pc:chgData name="Osera, Peter-Michael" userId="90445edc-0a63-48ed-aba1-7e7e8c59d194" providerId="ADAL" clId="{823A507D-8E7A-2A47-B32A-7E60E9B12D7D}" dt="2025-11-05T13:02:30.981" v="2465" actId="478"/>
        <pc:sldMkLst>
          <pc:docMk/>
          <pc:sldMk cId="3670492894" sldId="260"/>
        </pc:sldMkLst>
      </pc:sldChg>
      <pc:sldChg chg="delSp add mod">
        <pc:chgData name="Osera, Peter-Michael" userId="90445edc-0a63-48ed-aba1-7e7e8c59d194" providerId="ADAL" clId="{823A507D-8E7A-2A47-B32A-7E60E9B12D7D}" dt="2025-11-05T13:02:35.065" v="2466" actId="478"/>
        <pc:sldMkLst>
          <pc:docMk/>
          <pc:sldMk cId="2534403156" sldId="261"/>
        </pc:sldMkLst>
      </pc:sldChg>
      <pc:sldChg chg="modSp mod">
        <pc:chgData name="Osera, Peter-Michael" userId="90445edc-0a63-48ed-aba1-7e7e8c59d194" providerId="ADAL" clId="{823A507D-8E7A-2A47-B32A-7E60E9B12D7D}" dt="2025-11-05T12:21:14.958" v="20" actId="20577"/>
        <pc:sldMkLst>
          <pc:docMk/>
          <pc:sldMk cId="3366898370" sldId="269"/>
        </pc:sldMkLst>
      </pc:sldChg>
      <pc:sldChg chg="delSp modSp mod">
        <pc:chgData name="Osera, Peter-Michael" userId="90445edc-0a63-48ed-aba1-7e7e8c59d194" providerId="ADAL" clId="{823A507D-8E7A-2A47-B32A-7E60E9B12D7D}" dt="2025-11-05T12:28:24.164" v="956" actId="20577"/>
        <pc:sldMkLst>
          <pc:docMk/>
          <pc:sldMk cId="4290934021" sldId="277"/>
        </pc:sldMkLst>
      </pc:sldChg>
      <pc:sldChg chg="modSp add del mod ord">
        <pc:chgData name="Osera, Peter-Michael" userId="90445edc-0a63-48ed-aba1-7e7e8c59d194" providerId="ADAL" clId="{823A507D-8E7A-2A47-B32A-7E60E9B12D7D}" dt="2025-11-05T13:43:43.209" v="3635" actId="20577"/>
        <pc:sldMkLst>
          <pc:docMk/>
          <pc:sldMk cId="110366374" sldId="280"/>
        </pc:sldMkLst>
      </pc:sldChg>
      <pc:sldChg chg="add del">
        <pc:chgData name="Osera, Peter-Michael" userId="90445edc-0a63-48ed-aba1-7e7e8c59d194" providerId="ADAL" clId="{823A507D-8E7A-2A47-B32A-7E60E9B12D7D}" dt="2025-11-05T12:34:17.793" v="968" actId="2696"/>
        <pc:sldMkLst>
          <pc:docMk/>
          <pc:sldMk cId="812089409" sldId="281"/>
        </pc:sldMkLst>
      </pc:sldChg>
      <pc:sldChg chg="add del">
        <pc:chgData name="Osera, Peter-Michael" userId="90445edc-0a63-48ed-aba1-7e7e8c59d194" providerId="ADAL" clId="{823A507D-8E7A-2A47-B32A-7E60E9B12D7D}" dt="2025-11-05T12:34:17.798" v="969" actId="2696"/>
        <pc:sldMkLst>
          <pc:docMk/>
          <pc:sldMk cId="1358457450" sldId="282"/>
        </pc:sldMkLst>
      </pc:sldChg>
      <pc:sldChg chg="addSp delSp modSp new mod">
        <pc:chgData name="Osera, Peter-Michael" userId="90445edc-0a63-48ed-aba1-7e7e8c59d194" providerId="ADAL" clId="{823A507D-8E7A-2A47-B32A-7E60E9B12D7D}" dt="2025-11-05T12:28:39.234" v="967" actId="20577"/>
        <pc:sldMkLst>
          <pc:docMk/>
          <pc:sldMk cId="3085092514" sldId="283"/>
        </pc:sldMkLst>
      </pc:sldChg>
      <pc:sldChg chg="addSp delSp modSp new mod modClrScheme chgLayout">
        <pc:chgData name="Osera, Peter-Michael" userId="90445edc-0a63-48ed-aba1-7e7e8c59d194" providerId="ADAL" clId="{823A507D-8E7A-2A47-B32A-7E60E9B12D7D}" dt="2025-11-05T12:41:54.331" v="1207" actId="20577"/>
        <pc:sldMkLst>
          <pc:docMk/>
          <pc:sldMk cId="1989346781" sldId="284"/>
        </pc:sldMkLst>
      </pc:sldChg>
      <pc:sldChg chg="addSp modSp new mod modClrScheme chgLayout">
        <pc:chgData name="Osera, Peter-Michael" userId="90445edc-0a63-48ed-aba1-7e7e8c59d194" providerId="ADAL" clId="{823A507D-8E7A-2A47-B32A-7E60E9B12D7D}" dt="2025-11-05T13:34:16.626" v="2762" actId="114"/>
        <pc:sldMkLst>
          <pc:docMk/>
          <pc:sldMk cId="1012195830" sldId="285"/>
        </pc:sldMkLst>
      </pc:sldChg>
      <pc:sldChg chg="addSp modSp new mod">
        <pc:chgData name="Osera, Peter-Michael" userId="90445edc-0a63-48ed-aba1-7e7e8c59d194" providerId="ADAL" clId="{823A507D-8E7A-2A47-B32A-7E60E9B12D7D}" dt="2025-11-05T12:51:15.492" v="1658" actId="1076"/>
        <pc:sldMkLst>
          <pc:docMk/>
          <pc:sldMk cId="3346552866" sldId="286"/>
        </pc:sldMkLst>
      </pc:sldChg>
      <pc:sldChg chg="modSp add mod">
        <pc:chgData name="Osera, Peter-Michael" userId="90445edc-0a63-48ed-aba1-7e7e8c59d194" providerId="ADAL" clId="{823A507D-8E7A-2A47-B32A-7E60E9B12D7D}" dt="2025-11-05T12:53:31.793" v="1700" actId="403"/>
        <pc:sldMkLst>
          <pc:docMk/>
          <pc:sldMk cId="1642476394" sldId="287"/>
        </pc:sldMkLst>
      </pc:sldChg>
      <pc:sldChg chg="modSp add mod">
        <pc:chgData name="Osera, Peter-Michael" userId="90445edc-0a63-48ed-aba1-7e7e8c59d194" providerId="ADAL" clId="{823A507D-8E7A-2A47-B32A-7E60E9B12D7D}" dt="2025-11-05T15:24:41.319" v="4272" actId="1076"/>
        <pc:sldMkLst>
          <pc:docMk/>
          <pc:sldMk cId="4266943096" sldId="288"/>
        </pc:sldMkLst>
      </pc:sldChg>
      <pc:sldChg chg="modSp new mod modAnim">
        <pc:chgData name="Osera, Peter-Michael" userId="90445edc-0a63-48ed-aba1-7e7e8c59d194" providerId="ADAL" clId="{823A507D-8E7A-2A47-B32A-7E60E9B12D7D}" dt="2025-11-05T12:59:47.657" v="2435" actId="20577"/>
        <pc:sldMkLst>
          <pc:docMk/>
          <pc:sldMk cId="2627191366" sldId="289"/>
        </pc:sldMkLst>
      </pc:sldChg>
      <pc:sldChg chg="addSp modSp new mod modAnim">
        <pc:chgData name="Osera, Peter-Michael" userId="90445edc-0a63-48ed-aba1-7e7e8c59d194" providerId="ADAL" clId="{823A507D-8E7A-2A47-B32A-7E60E9B12D7D}" dt="2025-11-05T13:42:10.979" v="3586"/>
        <pc:sldMkLst>
          <pc:docMk/>
          <pc:sldMk cId="664425179" sldId="290"/>
        </pc:sldMkLst>
      </pc:sldChg>
      <pc:sldChg chg="modSp new mod">
        <pc:chgData name="Osera, Peter-Michael" userId="90445edc-0a63-48ed-aba1-7e7e8c59d194" providerId="ADAL" clId="{823A507D-8E7A-2A47-B32A-7E60E9B12D7D}" dt="2025-11-05T14:15:22.920" v="4245" actId="20577"/>
        <pc:sldMkLst>
          <pc:docMk/>
          <pc:sldMk cId="3961843316" sldId="291"/>
        </pc:sldMkLst>
      </pc:sldChg>
      <pc:sldChg chg="modSp new del mod">
        <pc:chgData name="Osera, Peter-Michael" userId="90445edc-0a63-48ed-aba1-7e7e8c59d194" providerId="ADAL" clId="{823A507D-8E7A-2A47-B32A-7E60E9B12D7D}" dt="2025-11-05T13:43:11.365" v="3587" actId="2696"/>
        <pc:sldMkLst>
          <pc:docMk/>
          <pc:sldMk cId="1126844258" sldId="292"/>
        </pc:sldMkLst>
      </pc:sldChg>
      <pc:sldChg chg="modSp new mod modAnim">
        <pc:chgData name="Osera, Peter-Michael" userId="90445edc-0a63-48ed-aba1-7e7e8c59d194" providerId="ADAL" clId="{823A507D-8E7A-2A47-B32A-7E60E9B12D7D}" dt="2025-11-05T13:40:32.755" v="3551" actId="5793"/>
        <pc:sldMkLst>
          <pc:docMk/>
          <pc:sldMk cId="1584085991" sldId="293"/>
        </pc:sldMkLst>
      </pc:sldChg>
    </pc:docChg>
  </pc:docChgLst>
  <pc:docChgLst>
    <pc:chgData name="Osera, Peter-Michael" userId="90445edc-0a63-48ed-aba1-7e7e8c59d194" providerId="ADAL" clId="{AC8E52FB-21CE-1942-AF0B-0D98653746E2}"/>
    <pc:docChg chg="undo custSel addSld delSld modSld sldOrd">
      <pc:chgData name="Osera, Peter-Michael" userId="90445edc-0a63-48ed-aba1-7e7e8c59d194" providerId="ADAL" clId="{AC8E52FB-21CE-1942-AF0B-0D98653746E2}" dt="2025-10-06T12:52:05.395" v="2867" actId="20577"/>
      <pc:docMkLst>
        <pc:docMk/>
      </pc:docMkLst>
      <pc:sldChg chg="del">
        <pc:chgData name="Osera, Peter-Michael" userId="90445edc-0a63-48ed-aba1-7e7e8c59d194" providerId="ADAL" clId="{AC8E52FB-21CE-1942-AF0B-0D98653746E2}" dt="2025-10-06T00:23:59.617" v="124" actId="2696"/>
        <pc:sldMkLst>
          <pc:docMk/>
          <pc:sldMk cId="1205098991" sldId="278"/>
        </pc:sldMkLst>
      </pc:sldChg>
      <pc:sldChg chg="del">
        <pc:chgData name="Osera, Peter-Michael" userId="90445edc-0a63-48ed-aba1-7e7e8c59d194" providerId="ADAL" clId="{AC8E52FB-21CE-1942-AF0B-0D98653746E2}" dt="2025-10-06T00:23:59.622" v="125" actId="2696"/>
        <pc:sldMkLst>
          <pc:docMk/>
          <pc:sldMk cId="3009253860" sldId="279"/>
        </pc:sldMkLst>
      </pc:sldChg>
      <pc:sldChg chg="modSp add del mod">
        <pc:chgData name="Osera, Peter-Michael" userId="90445edc-0a63-48ed-aba1-7e7e8c59d194" providerId="ADAL" clId="{AC8E52FB-21CE-1942-AF0B-0D98653746E2}" dt="2025-10-06T12:52:05.395" v="2867" actId="20577"/>
        <pc:sldMkLst>
          <pc:docMk/>
          <pc:sldMk cId="110366374" sldId="280"/>
        </pc:sldMkLst>
      </pc:sldChg>
      <pc:sldChg chg="modSp mod">
        <pc:chgData name="Osera, Peter-Michael" userId="90445edc-0a63-48ed-aba1-7e7e8c59d194" providerId="ADAL" clId="{AC8E52FB-21CE-1942-AF0B-0D98653746E2}" dt="2025-10-06T00:25:15.556" v="149" actId="20577"/>
        <pc:sldMkLst>
          <pc:docMk/>
          <pc:sldMk cId="1908258945" sldId="281"/>
        </pc:sldMkLst>
      </pc:sldChg>
      <pc:sldChg chg="modSp new mod">
        <pc:chgData name="Osera, Peter-Michael" userId="90445edc-0a63-48ed-aba1-7e7e8c59d194" providerId="ADAL" clId="{AC8E52FB-21CE-1942-AF0B-0D98653746E2}" dt="2025-10-06T12:40:06.586" v="1466" actId="20577"/>
        <pc:sldMkLst>
          <pc:docMk/>
          <pc:sldMk cId="813484844" sldId="282"/>
        </pc:sldMkLst>
      </pc:sldChg>
      <pc:sldChg chg="addSp delSp modSp new mod">
        <pc:chgData name="Osera, Peter-Michael" userId="90445edc-0a63-48ed-aba1-7e7e8c59d194" providerId="ADAL" clId="{AC8E52FB-21CE-1942-AF0B-0D98653746E2}" dt="2025-10-06T00:30:12.607" v="282" actId="113"/>
        <pc:sldMkLst>
          <pc:docMk/>
          <pc:sldMk cId="3064899913" sldId="283"/>
        </pc:sldMkLst>
      </pc:sldChg>
      <pc:sldChg chg="addSp delSp modSp new mod ord modClrScheme chgLayout">
        <pc:chgData name="Osera, Peter-Michael" userId="90445edc-0a63-48ed-aba1-7e7e8c59d194" providerId="ADAL" clId="{AC8E52FB-21CE-1942-AF0B-0D98653746E2}" dt="2025-10-06T01:33:10.730" v="566" actId="20577"/>
        <pc:sldMkLst>
          <pc:docMk/>
          <pc:sldMk cId="3745205374" sldId="284"/>
        </pc:sldMkLst>
      </pc:sldChg>
      <pc:sldChg chg="modSp new mod modAnim">
        <pc:chgData name="Osera, Peter-Michael" userId="90445edc-0a63-48ed-aba1-7e7e8c59d194" providerId="ADAL" clId="{AC8E52FB-21CE-1942-AF0B-0D98653746E2}" dt="2025-10-06T12:39:14.001" v="1309"/>
        <pc:sldMkLst>
          <pc:docMk/>
          <pc:sldMk cId="1932202934" sldId="285"/>
        </pc:sldMkLst>
      </pc:sldChg>
      <pc:sldChg chg="addSp modSp new mod">
        <pc:chgData name="Osera, Peter-Michael" userId="90445edc-0a63-48ed-aba1-7e7e8c59d194" providerId="ADAL" clId="{AC8E52FB-21CE-1942-AF0B-0D98653746E2}" dt="2025-10-06T12:51:41.809" v="2713" actId="20577"/>
        <pc:sldMkLst>
          <pc:docMk/>
          <pc:sldMk cId="1224211080" sldId="286"/>
        </pc:sldMkLst>
      </pc:sldChg>
      <pc:sldChg chg="modSp new mod modAnim">
        <pc:chgData name="Osera, Peter-Michael" userId="90445edc-0a63-48ed-aba1-7e7e8c59d194" providerId="ADAL" clId="{AC8E52FB-21CE-1942-AF0B-0D98653746E2}" dt="2025-10-06T12:46:25.751" v="2321"/>
        <pc:sldMkLst>
          <pc:docMk/>
          <pc:sldMk cId="3696231086" sldId="287"/>
        </pc:sldMkLst>
      </pc:sldChg>
    </pc:docChg>
  </pc:docChgLst>
  <pc:docChgLst>
    <pc:chgData name="Osera, Peter-Michael" userId="90445edc-0a63-48ed-aba1-7e7e8c59d194" providerId="ADAL" clId="{0480CCEC-A533-1148-9361-B185086AE459}"/>
    <pc:docChg chg="undo custSel addSld delSld modSld sldOrd modMainMaster">
      <pc:chgData name="Osera, Peter-Michael" userId="90445edc-0a63-48ed-aba1-7e7e8c59d194" providerId="ADAL" clId="{0480CCEC-A533-1148-9361-B185086AE459}" dt="2026-03-25T14:05:05.804" v="665" actId="121"/>
      <pc:docMkLst>
        <pc:docMk/>
      </pc:docMkLst>
      <pc:sldChg chg="add">
        <pc:chgData name="Osera, Peter-Michael" userId="90445edc-0a63-48ed-aba1-7e7e8c59d194" providerId="ADAL" clId="{0480CCEC-A533-1148-9361-B185086AE459}" dt="2026-03-25T12:49:50.054" v="72"/>
        <pc:sldMkLst>
          <pc:docMk/>
          <pc:sldMk cId="401898079" sldId="258"/>
        </pc:sldMkLst>
      </pc:sldChg>
      <pc:sldChg chg="add">
        <pc:chgData name="Osera, Peter-Michael" userId="90445edc-0a63-48ed-aba1-7e7e8c59d194" providerId="ADAL" clId="{0480CCEC-A533-1148-9361-B185086AE459}" dt="2026-03-25T12:49:50.054" v="72"/>
        <pc:sldMkLst>
          <pc:docMk/>
          <pc:sldMk cId="3670492894" sldId="260"/>
        </pc:sldMkLst>
      </pc:sldChg>
      <pc:sldChg chg="add">
        <pc:chgData name="Osera, Peter-Michael" userId="90445edc-0a63-48ed-aba1-7e7e8c59d194" providerId="ADAL" clId="{0480CCEC-A533-1148-9361-B185086AE459}" dt="2026-03-25T12:49:50.054" v="72"/>
        <pc:sldMkLst>
          <pc:docMk/>
          <pc:sldMk cId="2534403156" sldId="261"/>
        </pc:sldMkLst>
      </pc:sldChg>
      <pc:sldChg chg="modSp mod">
        <pc:chgData name="Osera, Peter-Michael" userId="90445edc-0a63-48ed-aba1-7e7e8c59d194" providerId="ADAL" clId="{0480CCEC-A533-1148-9361-B185086AE459}" dt="2026-03-17T20:57:10.026" v="36" actId="20577"/>
        <pc:sldMkLst>
          <pc:docMk/>
          <pc:sldMk cId="3366898370" sldId="269"/>
        </pc:sldMkLst>
        <pc:spChg chg="mod">
          <ac:chgData name="Osera, Peter-Michael" userId="90445edc-0a63-48ed-aba1-7e7e8c59d194" providerId="ADAL" clId="{0480CCEC-A533-1148-9361-B185086AE459}" dt="2026-03-17T20:57:10.026" v="36" actId="20577"/>
          <ac:spMkLst>
            <pc:docMk/>
            <pc:sldMk cId="3366898370" sldId="269"/>
            <ac:spMk id="2" creationId="{F8666053-17C8-8243-A0F9-5BFBCE1A6536}"/>
          </ac:spMkLst>
        </pc:spChg>
      </pc:sldChg>
      <pc:sldChg chg="del">
        <pc:chgData name="Osera, Peter-Michael" userId="90445edc-0a63-48ed-aba1-7e7e8c59d194" providerId="ADAL" clId="{0480CCEC-A533-1148-9361-B185086AE459}" dt="2026-03-17T20:57:19.575" v="38" actId="2696"/>
        <pc:sldMkLst>
          <pc:docMk/>
          <pc:sldMk cId="4290934021" sldId="277"/>
        </pc:sldMkLst>
      </pc:sldChg>
      <pc:sldChg chg="modSp mod">
        <pc:chgData name="Osera, Peter-Michael" userId="90445edc-0a63-48ed-aba1-7e7e8c59d194" providerId="ADAL" clId="{0480CCEC-A533-1148-9361-B185086AE459}" dt="2026-03-17T20:56:19.926" v="1" actId="113"/>
        <pc:sldMkLst>
          <pc:docMk/>
          <pc:sldMk cId="1921114594" sldId="278"/>
        </pc:sldMkLst>
        <pc:spChg chg="mod">
          <ac:chgData name="Osera, Peter-Michael" userId="90445edc-0a63-48ed-aba1-7e7e8c59d194" providerId="ADAL" clId="{0480CCEC-A533-1148-9361-B185086AE459}" dt="2026-03-17T20:56:19.926" v="1" actId="113"/>
          <ac:spMkLst>
            <pc:docMk/>
            <pc:sldMk cId="1921114594" sldId="278"/>
            <ac:spMk id="3" creationId="{B303A586-88E6-E1A8-35A3-4852DB3A07F9}"/>
          </ac:spMkLst>
        </pc:spChg>
      </pc:sldChg>
      <pc:sldChg chg="modSp">
        <pc:chgData name="Osera, Peter-Michael" userId="90445edc-0a63-48ed-aba1-7e7e8c59d194" providerId="ADAL" clId="{0480CCEC-A533-1148-9361-B185086AE459}" dt="2026-03-25T14:05:05.804" v="665" actId="121"/>
        <pc:sldMkLst>
          <pc:docMk/>
          <pc:sldMk cId="2463084415" sldId="279"/>
        </pc:sldMkLst>
        <pc:spChg chg="mod">
          <ac:chgData name="Osera, Peter-Michael" userId="90445edc-0a63-48ed-aba1-7e7e8c59d194" providerId="ADAL" clId="{0480CCEC-A533-1148-9361-B185086AE459}" dt="2026-03-25T14:05:05.804" v="665" actId="121"/>
          <ac:spMkLst>
            <pc:docMk/>
            <pc:sldMk cId="2463084415" sldId="279"/>
            <ac:spMk id="7" creationId="{2AAF6968-5857-39AE-6357-DA38406DF368}"/>
          </ac:spMkLst>
        </pc:spChg>
      </pc:sldChg>
      <pc:sldChg chg="add">
        <pc:chgData name="Osera, Peter-Michael" userId="90445edc-0a63-48ed-aba1-7e7e8c59d194" providerId="ADAL" clId="{0480CCEC-A533-1148-9361-B185086AE459}" dt="2026-03-25T12:49:50.054" v="72"/>
        <pc:sldMkLst>
          <pc:docMk/>
          <pc:sldMk cId="1012195830" sldId="285"/>
        </pc:sldMkLst>
      </pc:sldChg>
      <pc:sldChg chg="add">
        <pc:chgData name="Osera, Peter-Michael" userId="90445edc-0a63-48ed-aba1-7e7e8c59d194" providerId="ADAL" clId="{0480CCEC-A533-1148-9361-B185086AE459}" dt="2026-03-25T12:49:50.054" v="72"/>
        <pc:sldMkLst>
          <pc:docMk/>
          <pc:sldMk cId="3346552866" sldId="286"/>
        </pc:sldMkLst>
      </pc:sldChg>
      <pc:sldChg chg="add">
        <pc:chgData name="Osera, Peter-Michael" userId="90445edc-0a63-48ed-aba1-7e7e8c59d194" providerId="ADAL" clId="{0480CCEC-A533-1148-9361-B185086AE459}" dt="2026-03-25T12:49:50.054" v="72"/>
        <pc:sldMkLst>
          <pc:docMk/>
          <pc:sldMk cId="2627191366" sldId="289"/>
        </pc:sldMkLst>
      </pc:sldChg>
      <pc:sldChg chg="delSp modSp add mod delAnim modAnim">
        <pc:chgData name="Osera, Peter-Michael" userId="90445edc-0a63-48ed-aba1-7e7e8c59d194" providerId="ADAL" clId="{0480CCEC-A533-1148-9361-B185086AE459}" dt="2026-03-17T20:56:42.805" v="14"/>
        <pc:sldMkLst>
          <pc:docMk/>
          <pc:sldMk cId="664425179" sldId="290"/>
        </pc:sldMkLst>
        <pc:spChg chg="mod">
          <ac:chgData name="Osera, Peter-Michael" userId="90445edc-0a63-48ed-aba1-7e7e8c59d194" providerId="ADAL" clId="{0480CCEC-A533-1148-9361-B185086AE459}" dt="2026-03-17T20:56:37.996" v="12" actId="27636"/>
          <ac:spMkLst>
            <pc:docMk/>
            <pc:sldMk cId="664425179" sldId="290"/>
            <ac:spMk id="3" creationId="{A1704D9A-B2CE-92E0-70BB-AB58822433BD}"/>
          </ac:spMkLst>
        </pc:spChg>
      </pc:sldChg>
      <pc:sldChg chg="add">
        <pc:chgData name="Osera, Peter-Michael" userId="90445edc-0a63-48ed-aba1-7e7e8c59d194" providerId="ADAL" clId="{0480CCEC-A533-1148-9361-B185086AE459}" dt="2026-03-17T20:56:16.419" v="0"/>
        <pc:sldMkLst>
          <pc:docMk/>
          <pc:sldMk cId="1584085991" sldId="293"/>
        </pc:sldMkLst>
      </pc:sldChg>
      <pc:sldChg chg="modSp add mod">
        <pc:chgData name="Osera, Peter-Michael" userId="90445edc-0a63-48ed-aba1-7e7e8c59d194" providerId="ADAL" clId="{0480CCEC-A533-1148-9361-B185086AE459}" dt="2026-03-25T13:02:13.081" v="658" actId="27636"/>
        <pc:sldMkLst>
          <pc:docMk/>
          <pc:sldMk cId="158989760" sldId="294"/>
        </pc:sldMkLst>
        <pc:spChg chg="mod">
          <ac:chgData name="Osera, Peter-Michael" userId="90445edc-0a63-48ed-aba1-7e7e8c59d194" providerId="ADAL" clId="{0480CCEC-A533-1148-9361-B185086AE459}" dt="2026-03-25T13:02:13.081" v="658" actId="27636"/>
          <ac:spMkLst>
            <pc:docMk/>
            <pc:sldMk cId="158989760" sldId="294"/>
            <ac:spMk id="3" creationId="{614722CC-1315-C6A1-E63E-C2B8744C9E6B}"/>
          </ac:spMkLst>
        </pc:spChg>
      </pc:sldChg>
      <pc:sldChg chg="modSp new mod">
        <pc:chgData name="Osera, Peter-Michael" userId="90445edc-0a63-48ed-aba1-7e7e8c59d194" providerId="ADAL" clId="{0480CCEC-A533-1148-9361-B185086AE459}" dt="2026-03-17T21:18:52.589" v="71" actId="20577"/>
        <pc:sldMkLst>
          <pc:docMk/>
          <pc:sldMk cId="1430277802" sldId="295"/>
        </pc:sldMkLst>
        <pc:spChg chg="mod">
          <ac:chgData name="Osera, Peter-Michael" userId="90445edc-0a63-48ed-aba1-7e7e8c59d194" providerId="ADAL" clId="{0480CCEC-A533-1148-9361-B185086AE459}" dt="2026-03-17T21:18:52.589" v="71" actId="20577"/>
          <ac:spMkLst>
            <pc:docMk/>
            <pc:sldMk cId="1430277802" sldId="295"/>
            <ac:spMk id="2" creationId="{55C90805-9178-3636-8AD9-04841BA66ED6}"/>
          </ac:spMkLst>
        </pc:spChg>
        <pc:spChg chg="mod">
          <ac:chgData name="Osera, Peter-Michael" userId="90445edc-0a63-48ed-aba1-7e7e8c59d194" providerId="ADAL" clId="{0480CCEC-A533-1148-9361-B185086AE459}" dt="2026-03-17T21:18:51.457" v="70" actId="20577"/>
          <ac:spMkLst>
            <pc:docMk/>
            <pc:sldMk cId="1430277802" sldId="295"/>
            <ac:spMk id="3" creationId="{B2C0ED63-F713-FC10-000E-5062497EACB5}"/>
          </ac:spMkLst>
        </pc:spChg>
      </pc:sldChg>
      <pc:sldChg chg="add">
        <pc:chgData name="Osera, Peter-Michael" userId="90445edc-0a63-48ed-aba1-7e7e8c59d194" providerId="ADAL" clId="{0480CCEC-A533-1148-9361-B185086AE459}" dt="2026-03-25T12:49:50.054" v="72"/>
        <pc:sldMkLst>
          <pc:docMk/>
          <pc:sldMk cId="251702386" sldId="296"/>
        </pc:sldMkLst>
      </pc:sldChg>
      <pc:sldChg chg="addSp delSp modSp new mod modAnim">
        <pc:chgData name="Osera, Peter-Michael" userId="90445edc-0a63-48ed-aba1-7e7e8c59d194" providerId="ADAL" clId="{0480CCEC-A533-1148-9361-B185086AE459}" dt="2026-03-25T13:37:51.216" v="659" actId="2711"/>
        <pc:sldMkLst>
          <pc:docMk/>
          <pc:sldMk cId="691911575" sldId="297"/>
        </pc:sldMkLst>
        <pc:spChg chg="mod">
          <ac:chgData name="Osera, Peter-Michael" userId="90445edc-0a63-48ed-aba1-7e7e8c59d194" providerId="ADAL" clId="{0480CCEC-A533-1148-9361-B185086AE459}" dt="2026-03-25T12:55:27.253" v="135" actId="20577"/>
          <ac:spMkLst>
            <pc:docMk/>
            <pc:sldMk cId="691911575" sldId="297"/>
            <ac:spMk id="2" creationId="{79827420-615C-186C-518F-CBC5E5F49218}"/>
          </ac:spMkLst>
        </pc:spChg>
        <pc:spChg chg="mod">
          <ac:chgData name="Osera, Peter-Michael" userId="90445edc-0a63-48ed-aba1-7e7e8c59d194" providerId="ADAL" clId="{0480CCEC-A533-1148-9361-B185086AE459}" dt="2026-03-25T13:37:51.216" v="659" actId="2711"/>
          <ac:spMkLst>
            <pc:docMk/>
            <pc:sldMk cId="691911575" sldId="297"/>
            <ac:spMk id="3" creationId="{08ACE4D6-F852-C6D8-05C9-9847CB6E0D54}"/>
          </ac:spMkLst>
        </pc:spChg>
        <pc:picChg chg="add del">
          <ac:chgData name="Osera, Peter-Michael" userId="90445edc-0a63-48ed-aba1-7e7e8c59d194" providerId="ADAL" clId="{0480CCEC-A533-1148-9361-B185086AE459}" dt="2026-03-25T12:55:40.026" v="138" actId="478"/>
          <ac:picMkLst>
            <pc:docMk/>
            <pc:sldMk cId="691911575" sldId="297"/>
            <ac:picMk id="4" creationId="{44951DB4-581A-BE4C-3916-D08CE81BC4CC}"/>
          </ac:picMkLst>
        </pc:picChg>
      </pc:sldChg>
      <pc:sldChg chg="new del ord">
        <pc:chgData name="Osera, Peter-Michael" userId="90445edc-0a63-48ed-aba1-7e7e8c59d194" providerId="ADAL" clId="{0480CCEC-A533-1148-9361-B185086AE459}" dt="2026-03-25T12:55:12.939" v="103" actId="2696"/>
        <pc:sldMkLst>
          <pc:docMk/>
          <pc:sldMk cId="1470881352" sldId="297"/>
        </pc:sldMkLst>
      </pc:sldChg>
      <pc:sldChg chg="new del">
        <pc:chgData name="Osera, Peter-Michael" userId="90445edc-0a63-48ed-aba1-7e7e8c59d194" providerId="ADAL" clId="{0480CCEC-A533-1148-9361-B185086AE459}" dt="2026-03-25T12:55:01.596" v="101" actId="2696"/>
        <pc:sldMkLst>
          <pc:docMk/>
          <pc:sldMk cId="3574781583" sldId="298"/>
        </pc:sldMkLst>
      </pc:sldChg>
      <pc:sldMasterChg chg="modSp">
        <pc:chgData name="Osera, Peter-Michael" userId="90445edc-0a63-48ed-aba1-7e7e8c59d194" providerId="ADAL" clId="{0480CCEC-A533-1148-9361-B185086AE459}" dt="2026-03-17T21:18:14.067" v="42" actId="12"/>
        <pc:sldMasterMkLst>
          <pc:docMk/>
          <pc:sldMasterMk cId="1726269215" sldId="2147483648"/>
        </pc:sldMasterMkLst>
        <pc:spChg chg="mod">
          <ac:chgData name="Osera, Peter-Michael" userId="90445edc-0a63-48ed-aba1-7e7e8c59d194" providerId="ADAL" clId="{0480CCEC-A533-1148-9361-B185086AE459}" dt="2026-03-17T21:18:14.067" v="42" actId="12"/>
          <ac:spMkLst>
            <pc:docMk/>
            <pc:sldMasterMk cId="1726269215" sldId="2147483648"/>
            <ac:spMk id="3" creationId="{DA9EF87C-96D6-B572-D53D-F2A707C28F04}"/>
          </ac:spMkLst>
        </pc:spChg>
      </pc:sldMasterChg>
    </pc:docChg>
  </pc:docChgLst>
  <pc:docChgLst>
    <pc:chgData name="Osera, Peter-Michael" userId="90445edc-0a63-48ed-aba1-7e7e8c59d194" providerId="ADAL" clId="{850E62F6-52EF-AD40-A9CA-56F184EA5224}"/>
    <pc:docChg chg="undo custSel addSld delSld modSld">
      <pc:chgData name="Osera, Peter-Michael" userId="90445edc-0a63-48ed-aba1-7e7e8c59d194" providerId="ADAL" clId="{850E62F6-52EF-AD40-A9CA-56F184EA5224}" dt="2025-09-10T12:57:28.082" v="3349" actId="404"/>
      <pc:docMkLst>
        <pc:docMk/>
      </pc:docMkLst>
      <pc:sldChg chg="del">
        <pc:chgData name="Osera, Peter-Michael" userId="90445edc-0a63-48ed-aba1-7e7e8c59d194" providerId="ADAL" clId="{850E62F6-52EF-AD40-A9CA-56F184EA5224}" dt="2025-09-10T03:33:36.385" v="559" actId="2696"/>
        <pc:sldMkLst>
          <pc:docMk/>
          <pc:sldMk cId="749374041" sldId="257"/>
        </pc:sldMkLst>
      </pc:sldChg>
      <pc:sldChg chg="del">
        <pc:chgData name="Osera, Peter-Michael" userId="90445edc-0a63-48ed-aba1-7e7e8c59d194" providerId="ADAL" clId="{850E62F6-52EF-AD40-A9CA-56F184EA5224}" dt="2025-09-10T03:33:36.403" v="564" actId="2696"/>
        <pc:sldMkLst>
          <pc:docMk/>
          <pc:sldMk cId="214397117" sldId="270"/>
        </pc:sldMkLst>
      </pc:sldChg>
      <pc:sldChg chg="del">
        <pc:chgData name="Osera, Peter-Michael" userId="90445edc-0a63-48ed-aba1-7e7e8c59d194" providerId="ADAL" clId="{850E62F6-52EF-AD40-A9CA-56F184EA5224}" dt="2025-09-10T03:33:36.389" v="561" actId="2696"/>
        <pc:sldMkLst>
          <pc:docMk/>
          <pc:sldMk cId="1736283398" sldId="271"/>
        </pc:sldMkLst>
      </pc:sldChg>
      <pc:sldChg chg="del">
        <pc:chgData name="Osera, Peter-Michael" userId="90445edc-0a63-48ed-aba1-7e7e8c59d194" providerId="ADAL" clId="{850E62F6-52EF-AD40-A9CA-56F184EA5224}" dt="2025-09-10T03:33:36.391" v="563" actId="2696"/>
        <pc:sldMkLst>
          <pc:docMk/>
          <pc:sldMk cId="1004526692" sldId="272"/>
        </pc:sldMkLst>
      </pc:sldChg>
      <pc:sldChg chg="del">
        <pc:chgData name="Osera, Peter-Michael" userId="90445edc-0a63-48ed-aba1-7e7e8c59d194" providerId="ADAL" clId="{850E62F6-52EF-AD40-A9CA-56F184EA5224}" dt="2025-09-10T03:33:36.387" v="560" actId="2696"/>
        <pc:sldMkLst>
          <pc:docMk/>
          <pc:sldMk cId="3474594348" sldId="273"/>
        </pc:sldMkLst>
      </pc:sldChg>
      <pc:sldChg chg="del">
        <pc:chgData name="Osera, Peter-Michael" userId="90445edc-0a63-48ed-aba1-7e7e8c59d194" providerId="ADAL" clId="{850E62F6-52EF-AD40-A9CA-56F184EA5224}" dt="2025-09-10T03:33:36.390" v="562" actId="2696"/>
        <pc:sldMkLst>
          <pc:docMk/>
          <pc:sldMk cId="2002510537" sldId="274"/>
        </pc:sldMkLst>
      </pc:sldChg>
      <pc:sldChg chg="addSp delSp modSp new mod">
        <pc:chgData name="Osera, Peter-Michael" userId="90445edc-0a63-48ed-aba1-7e7e8c59d194" providerId="ADAL" clId="{850E62F6-52EF-AD40-A9CA-56F184EA5224}" dt="2025-09-10T01:37:50.409" v="287" actId="20577"/>
        <pc:sldMkLst>
          <pc:docMk/>
          <pc:sldMk cId="3236030729" sldId="275"/>
        </pc:sldMkLst>
      </pc:sldChg>
      <pc:sldChg chg="addSp delSp modSp new mod modClrScheme chgLayout">
        <pc:chgData name="Osera, Peter-Michael" userId="90445edc-0a63-48ed-aba1-7e7e8c59d194" providerId="ADAL" clId="{850E62F6-52EF-AD40-A9CA-56F184EA5224}" dt="2025-09-10T01:23:39.913" v="165" actId="20577"/>
        <pc:sldMkLst>
          <pc:docMk/>
          <pc:sldMk cId="919553883" sldId="276"/>
        </pc:sldMkLst>
      </pc:sldChg>
      <pc:sldChg chg="addSp modSp new mod modClrScheme modAnim chgLayout">
        <pc:chgData name="Osera, Peter-Michael" userId="90445edc-0a63-48ed-aba1-7e7e8c59d194" providerId="ADAL" clId="{850E62F6-52EF-AD40-A9CA-56F184EA5224}" dt="2025-09-10T12:50:01.660" v="2787" actId="113"/>
        <pc:sldMkLst>
          <pc:docMk/>
          <pc:sldMk cId="1497755310" sldId="278"/>
        </pc:sldMkLst>
      </pc:sldChg>
      <pc:sldChg chg="addSp delSp modSp new mod modAnim">
        <pc:chgData name="Osera, Peter-Michael" userId="90445edc-0a63-48ed-aba1-7e7e8c59d194" providerId="ADAL" clId="{850E62F6-52EF-AD40-A9CA-56F184EA5224}" dt="2025-09-10T12:37:05.697" v="1681" actId="20577"/>
        <pc:sldMkLst>
          <pc:docMk/>
          <pc:sldMk cId="1674227849" sldId="279"/>
        </pc:sldMkLst>
      </pc:sldChg>
      <pc:sldChg chg="modSp new mod">
        <pc:chgData name="Osera, Peter-Michael" userId="90445edc-0a63-48ed-aba1-7e7e8c59d194" providerId="ADAL" clId="{850E62F6-52EF-AD40-A9CA-56F184EA5224}" dt="2025-09-10T12:18:07.318" v="1084" actId="20577"/>
        <pc:sldMkLst>
          <pc:docMk/>
          <pc:sldMk cId="885856844" sldId="280"/>
        </pc:sldMkLst>
      </pc:sldChg>
      <pc:sldChg chg="modSp new mod">
        <pc:chgData name="Osera, Peter-Michael" userId="90445edc-0a63-48ed-aba1-7e7e8c59d194" providerId="ADAL" clId="{850E62F6-52EF-AD40-A9CA-56F184EA5224}" dt="2025-09-10T12:47:23.257" v="2546" actId="20577"/>
        <pc:sldMkLst>
          <pc:docMk/>
          <pc:sldMk cId="1741878623" sldId="281"/>
        </pc:sldMkLst>
      </pc:sldChg>
      <pc:sldChg chg="modSp new mod modAnim">
        <pc:chgData name="Osera, Peter-Michael" userId="90445edc-0a63-48ed-aba1-7e7e8c59d194" providerId="ADAL" clId="{850E62F6-52EF-AD40-A9CA-56F184EA5224}" dt="2025-09-10T12:50:18.308" v="2791" actId="27636"/>
        <pc:sldMkLst>
          <pc:docMk/>
          <pc:sldMk cId="4210201057" sldId="282"/>
        </pc:sldMkLst>
      </pc:sldChg>
      <pc:sldChg chg="modSp new del mod">
        <pc:chgData name="Osera, Peter-Michael" userId="90445edc-0a63-48ed-aba1-7e7e8c59d194" providerId="ADAL" clId="{850E62F6-52EF-AD40-A9CA-56F184EA5224}" dt="2025-09-10T12:45:33.367" v="2367" actId="2696"/>
        <pc:sldMkLst>
          <pc:docMk/>
          <pc:sldMk cId="1143682774" sldId="283"/>
        </pc:sldMkLst>
      </pc:sldChg>
      <pc:sldChg chg="modSp new mod">
        <pc:chgData name="Osera, Peter-Michael" userId="90445edc-0a63-48ed-aba1-7e7e8c59d194" providerId="ADAL" clId="{850E62F6-52EF-AD40-A9CA-56F184EA5224}" dt="2025-09-10T12:47:35.243" v="2577" actId="20577"/>
        <pc:sldMkLst>
          <pc:docMk/>
          <pc:sldMk cId="4123150192" sldId="283"/>
        </pc:sldMkLst>
      </pc:sldChg>
      <pc:sldChg chg="modSp new mod">
        <pc:chgData name="Osera, Peter-Michael" userId="90445edc-0a63-48ed-aba1-7e7e8c59d194" providerId="ADAL" clId="{850E62F6-52EF-AD40-A9CA-56F184EA5224}" dt="2025-09-10T12:57:28.082" v="3349" actId="404"/>
        <pc:sldMkLst>
          <pc:docMk/>
          <pc:sldMk cId="2047074440" sldId="284"/>
        </pc:sldMkLst>
      </pc:sldChg>
      <pc:sldChg chg="modSp new del mod">
        <pc:chgData name="Osera, Peter-Michael" userId="90445edc-0a63-48ed-aba1-7e7e8c59d194" providerId="ADAL" clId="{850E62F6-52EF-AD40-A9CA-56F184EA5224}" dt="2025-09-10T12:50:13.742" v="2789" actId="2696"/>
        <pc:sldMkLst>
          <pc:docMk/>
          <pc:sldMk cId="3742660700" sldId="284"/>
        </pc:sldMkLst>
      </pc:sldChg>
      <pc:sldChg chg="modSp new del mod">
        <pc:chgData name="Osera, Peter-Michael" userId="90445edc-0a63-48ed-aba1-7e7e8c59d194" providerId="ADAL" clId="{850E62F6-52EF-AD40-A9CA-56F184EA5224}" dt="2025-09-10T12:54:58.319" v="3112" actId="2696"/>
        <pc:sldMkLst>
          <pc:docMk/>
          <pc:sldMk cId="438884760" sldId="285"/>
        </pc:sldMkLst>
      </pc:sldChg>
      <pc:sldChg chg="modSp new del mod">
        <pc:chgData name="Osera, Peter-Michael" userId="90445edc-0a63-48ed-aba1-7e7e8c59d194" providerId="ADAL" clId="{850E62F6-52EF-AD40-A9CA-56F184EA5224}" dt="2025-09-10T12:53:29" v="2929" actId="2696"/>
        <pc:sldMkLst>
          <pc:docMk/>
          <pc:sldMk cId="1418370906" sldId="285"/>
        </pc:sldMkLst>
      </pc:sldChg>
      <pc:sldChg chg="modSp new mod">
        <pc:chgData name="Osera, Peter-Michael" userId="90445edc-0a63-48ed-aba1-7e7e8c59d194" providerId="ADAL" clId="{850E62F6-52EF-AD40-A9CA-56F184EA5224}" dt="2025-09-10T12:55:08.407" v="3146" actId="20577"/>
        <pc:sldMkLst>
          <pc:docMk/>
          <pc:sldMk cId="1493170126" sldId="285"/>
        </pc:sldMkLst>
      </pc:sldChg>
    </pc:docChg>
  </pc:docChgLst>
  <pc:docChgLst>
    <pc:chgData name="Osera, Peter-Michael" userId="90445edc-0a63-48ed-aba1-7e7e8c59d194" providerId="ADAL" clId="{06DE5988-FC09-C84A-9B09-96B81D16962F}"/>
    <pc:docChg chg="custSel addSld delSld modSld">
      <pc:chgData name="Osera, Peter-Michael" userId="90445edc-0a63-48ed-aba1-7e7e8c59d194" providerId="ADAL" clId="{06DE5988-FC09-C84A-9B09-96B81D16962F}" dt="2025-10-01T12:17:19.627" v="1209" actId="20577"/>
      <pc:docMkLst>
        <pc:docMk/>
      </pc:docMkLst>
      <pc:sldChg chg="modSp mod">
        <pc:chgData name="Osera, Peter-Michael" userId="90445edc-0a63-48ed-aba1-7e7e8c59d194" providerId="ADAL" clId="{06DE5988-FC09-C84A-9B09-96B81D16962F}" dt="2025-10-01T11:34:48.648" v="21" actId="20577"/>
        <pc:sldMkLst>
          <pc:docMk/>
          <pc:sldMk cId="3366898370" sldId="269"/>
        </pc:sldMkLst>
      </pc:sldChg>
      <pc:sldChg chg="modSp mod">
        <pc:chgData name="Osera, Peter-Michael" userId="90445edc-0a63-48ed-aba1-7e7e8c59d194" providerId="ADAL" clId="{06DE5988-FC09-C84A-9B09-96B81D16962F}" dt="2025-10-01T11:34:53.573" v="23" actId="27636"/>
        <pc:sldMkLst>
          <pc:docMk/>
          <pc:sldMk cId="4290934021" sldId="277"/>
        </pc:sldMkLst>
      </pc:sldChg>
      <pc:sldChg chg="addSp delSp modSp new mod modClrScheme chgLayout">
        <pc:chgData name="Osera, Peter-Michael" userId="90445edc-0a63-48ed-aba1-7e7e8c59d194" providerId="ADAL" clId="{06DE5988-FC09-C84A-9B09-96B81D16962F}" dt="2025-10-01T12:17:19.627" v="1209" actId="20577"/>
        <pc:sldMkLst>
          <pc:docMk/>
          <pc:sldMk cId="1959454994" sldId="278"/>
        </pc:sldMkLst>
      </pc:sldChg>
      <pc:sldChg chg="modSp new mod">
        <pc:chgData name="Osera, Peter-Michael" userId="90445edc-0a63-48ed-aba1-7e7e8c59d194" providerId="ADAL" clId="{06DE5988-FC09-C84A-9B09-96B81D16962F}" dt="2025-10-01T11:48:45.743" v="562" actId="20577"/>
        <pc:sldMkLst>
          <pc:docMk/>
          <pc:sldMk cId="800193888" sldId="279"/>
        </pc:sldMkLst>
      </pc:sldChg>
      <pc:sldChg chg="modSp new mod">
        <pc:chgData name="Osera, Peter-Michael" userId="90445edc-0a63-48ed-aba1-7e7e8c59d194" providerId="ADAL" clId="{06DE5988-FC09-C84A-9B09-96B81D16962F}" dt="2025-10-01T11:53:42.297" v="1200" actId="20577"/>
        <pc:sldMkLst>
          <pc:docMk/>
          <pc:sldMk cId="1518082609" sldId="280"/>
        </pc:sldMkLst>
      </pc:sldChg>
      <pc:sldChg chg="del">
        <pc:chgData name="Osera, Peter-Michael" userId="90445edc-0a63-48ed-aba1-7e7e8c59d194" providerId="ADAL" clId="{06DE5988-FC09-C84A-9B09-96B81D16962F}" dt="2025-10-01T11:34:56.131" v="24" actId="2696"/>
        <pc:sldMkLst>
          <pc:docMk/>
          <pc:sldMk cId="1820096326" sldId="291"/>
        </pc:sldMkLst>
      </pc:sldChg>
      <pc:sldChg chg="del">
        <pc:chgData name="Osera, Peter-Michael" userId="90445edc-0a63-48ed-aba1-7e7e8c59d194" providerId="ADAL" clId="{06DE5988-FC09-C84A-9B09-96B81D16962F}" dt="2025-10-01T11:35:01.362" v="25" actId="2696"/>
        <pc:sldMkLst>
          <pc:docMk/>
          <pc:sldMk cId="4230003344" sldId="320"/>
        </pc:sldMkLst>
      </pc:sldChg>
      <pc:sldChg chg="del">
        <pc:chgData name="Osera, Peter-Michael" userId="90445edc-0a63-48ed-aba1-7e7e8c59d194" providerId="ADAL" clId="{06DE5988-FC09-C84A-9B09-96B81D16962F}" dt="2025-10-01T11:35:01.372" v="29" actId="2696"/>
        <pc:sldMkLst>
          <pc:docMk/>
          <pc:sldMk cId="3199992382" sldId="321"/>
        </pc:sldMkLst>
      </pc:sldChg>
      <pc:sldChg chg="del">
        <pc:chgData name="Osera, Peter-Michael" userId="90445edc-0a63-48ed-aba1-7e7e8c59d194" providerId="ADAL" clId="{06DE5988-FC09-C84A-9B09-96B81D16962F}" dt="2025-10-01T11:35:01.363" v="26" actId="2696"/>
        <pc:sldMkLst>
          <pc:docMk/>
          <pc:sldMk cId="2786471809" sldId="322"/>
        </pc:sldMkLst>
      </pc:sldChg>
      <pc:sldChg chg="del">
        <pc:chgData name="Osera, Peter-Michael" userId="90445edc-0a63-48ed-aba1-7e7e8c59d194" providerId="ADAL" clId="{06DE5988-FC09-C84A-9B09-96B81D16962F}" dt="2025-10-01T11:35:01.364" v="28" actId="2696"/>
        <pc:sldMkLst>
          <pc:docMk/>
          <pc:sldMk cId="3171910730" sldId="323"/>
        </pc:sldMkLst>
      </pc:sldChg>
      <pc:sldChg chg="del">
        <pc:chgData name="Osera, Peter-Michael" userId="90445edc-0a63-48ed-aba1-7e7e8c59d194" providerId="ADAL" clId="{06DE5988-FC09-C84A-9B09-96B81D16962F}" dt="2025-10-01T11:35:01.364" v="27" actId="2696"/>
        <pc:sldMkLst>
          <pc:docMk/>
          <pc:sldMk cId="1988971713" sldId="324"/>
        </pc:sldMkLst>
      </pc:sldChg>
    </pc:docChg>
  </pc:docChgLst>
  <pc:docChgLst>
    <pc:chgData name="Osera, Peter-Michael" userId="90445edc-0a63-48ed-aba1-7e7e8c59d194" providerId="ADAL" clId="{BD9F2CBB-BDA9-7348-8758-5A585E40265C}"/>
    <pc:docChg chg="custSel addSld delSld modSld sldOrd">
      <pc:chgData name="Osera, Peter-Michael" userId="90445edc-0a63-48ed-aba1-7e7e8c59d194" providerId="ADAL" clId="{BD9F2CBB-BDA9-7348-8758-5A585E40265C}" dt="2025-10-03T12:44:15.785" v="1681" actId="15"/>
      <pc:docMkLst>
        <pc:docMk/>
      </pc:docMkLst>
      <pc:sldChg chg="addSp modSp new mod modClrScheme chgLayout">
        <pc:chgData name="Osera, Peter-Michael" userId="90445edc-0a63-48ed-aba1-7e7e8c59d194" providerId="ADAL" clId="{BD9F2CBB-BDA9-7348-8758-5A585E40265C}" dt="2025-10-03T02:30:17.082" v="388" actId="20577"/>
        <pc:sldMkLst>
          <pc:docMk/>
          <pc:sldMk cId="1205098991" sldId="278"/>
        </pc:sldMkLst>
      </pc:sldChg>
      <pc:sldChg chg="del">
        <pc:chgData name="Osera, Peter-Michael" userId="90445edc-0a63-48ed-aba1-7e7e8c59d194" providerId="ADAL" clId="{BD9F2CBB-BDA9-7348-8758-5A585E40265C}" dt="2025-10-03T01:10:14.399" v="55" actId="2696"/>
        <pc:sldMkLst>
          <pc:docMk/>
          <pc:sldMk cId="1959454994" sldId="278"/>
        </pc:sldMkLst>
      </pc:sldChg>
      <pc:sldChg chg="del">
        <pc:chgData name="Osera, Peter-Michael" userId="90445edc-0a63-48ed-aba1-7e7e8c59d194" providerId="ADAL" clId="{BD9F2CBB-BDA9-7348-8758-5A585E40265C}" dt="2025-10-03T01:10:14.409" v="57" actId="2696"/>
        <pc:sldMkLst>
          <pc:docMk/>
          <pc:sldMk cId="800193888" sldId="279"/>
        </pc:sldMkLst>
      </pc:sldChg>
      <pc:sldChg chg="modSp new mod">
        <pc:chgData name="Osera, Peter-Michael" userId="90445edc-0a63-48ed-aba1-7e7e8c59d194" providerId="ADAL" clId="{BD9F2CBB-BDA9-7348-8758-5A585E40265C}" dt="2025-10-03T02:44:34.418" v="1075" actId="20577"/>
        <pc:sldMkLst>
          <pc:docMk/>
          <pc:sldMk cId="3009253860" sldId="279"/>
        </pc:sldMkLst>
      </pc:sldChg>
      <pc:sldChg chg="addSp modSp new mod">
        <pc:chgData name="Osera, Peter-Michael" userId="90445edc-0a63-48ed-aba1-7e7e8c59d194" providerId="ADAL" clId="{BD9F2CBB-BDA9-7348-8758-5A585E40265C}" dt="2025-10-03T03:39:33.558" v="1505" actId="1076"/>
        <pc:sldMkLst>
          <pc:docMk/>
          <pc:sldMk cId="110366374" sldId="280"/>
        </pc:sldMkLst>
      </pc:sldChg>
      <pc:sldChg chg="del">
        <pc:chgData name="Osera, Peter-Michael" userId="90445edc-0a63-48ed-aba1-7e7e8c59d194" providerId="ADAL" clId="{BD9F2CBB-BDA9-7348-8758-5A585E40265C}" dt="2025-10-03T01:10:14.401" v="56" actId="2696"/>
        <pc:sldMkLst>
          <pc:docMk/>
          <pc:sldMk cId="1518082609" sldId="280"/>
        </pc:sldMkLst>
      </pc:sldChg>
      <pc:sldChg chg="addSp delSp modSp new mod">
        <pc:chgData name="Osera, Peter-Michael" userId="90445edc-0a63-48ed-aba1-7e7e8c59d194" providerId="ADAL" clId="{BD9F2CBB-BDA9-7348-8758-5A585E40265C}" dt="2025-10-03T12:30:05.749" v="1680"/>
        <pc:sldMkLst>
          <pc:docMk/>
          <pc:sldMk cId="1908258945" sldId="281"/>
        </pc:sldMkLst>
      </pc:sldChg>
    </pc:docChg>
  </pc:docChgLst>
  <pc:docChgLst>
    <pc:chgData name="Osera, Peter-Michael" userId="S::osera@grinnell.edu::90445edc-0a63-48ed-aba1-7e7e8c59d194" providerId="AD" clId="Web-{EBD4C151-DAC5-DD1F-7BE9-C88319955AD0}"/>
    <pc:docChg chg="addSld delSld modSld sldOrd">
      <pc:chgData name="Osera, Peter-Michael" userId="S::osera@grinnell.edu::90445edc-0a63-48ed-aba1-7e7e8c59d194" providerId="AD" clId="Web-{EBD4C151-DAC5-DD1F-7BE9-C88319955AD0}" dt="2025-09-12T12:43:22.232" v="290" actId="20577"/>
      <pc:docMkLst>
        <pc:docMk/>
      </pc:docMkLst>
      <pc:sldChg chg="modSp del">
        <pc:chgData name="Osera, Peter-Michael" userId="S::osera@grinnell.edu::90445edc-0a63-48ed-aba1-7e7e8c59d194" providerId="AD" clId="Web-{EBD4C151-DAC5-DD1F-7BE9-C88319955AD0}" dt="2025-09-12T12:10:42.858" v="2"/>
        <pc:sldMkLst>
          <pc:docMk/>
          <pc:sldMk cId="1741878623" sldId="281"/>
        </pc:sldMkLst>
      </pc:sldChg>
      <pc:sldChg chg="ord">
        <pc:chgData name="Osera, Peter-Michael" userId="S::osera@grinnell.edu::90445edc-0a63-48ed-aba1-7e7e8c59d194" providerId="AD" clId="Web-{EBD4C151-DAC5-DD1F-7BE9-C88319955AD0}" dt="2025-09-12T12:10:30.388" v="0"/>
        <pc:sldMkLst>
          <pc:docMk/>
          <pc:sldMk cId="4210201057" sldId="282"/>
        </pc:sldMkLst>
      </pc:sldChg>
      <pc:sldChg chg="modSp new">
        <pc:chgData name="Osera, Peter-Michael" userId="S::osera@grinnell.edu::90445edc-0a63-48ed-aba1-7e7e8c59d194" providerId="AD" clId="Web-{EBD4C151-DAC5-DD1F-7BE9-C88319955AD0}" dt="2025-09-12T12:43:22.232" v="290" actId="20577"/>
        <pc:sldMkLst>
          <pc:docMk/>
          <pc:sldMk cId="3488208123" sldId="286"/>
        </pc:sldMkLst>
      </pc:sldChg>
    </pc:docChg>
  </pc:docChgLst>
  <pc:docChgLst>
    <pc:chgData name="Osera, Peter-Michael" userId="90445edc-0a63-48ed-aba1-7e7e8c59d194" providerId="ADAL" clId="{7CD04BE3-979E-D646-9433-D9845A0F0698}"/>
    <pc:docChg chg="custSel addSld delSld modSld">
      <pc:chgData name="Osera, Peter-Michael" userId="90445edc-0a63-48ed-aba1-7e7e8c59d194" providerId="ADAL" clId="{7CD04BE3-979E-D646-9433-D9845A0F0698}" dt="2025-09-19T13:16:37.367" v="1287" actId="20577"/>
      <pc:docMkLst>
        <pc:docMk/>
      </pc:docMkLst>
      <pc:sldChg chg="del">
        <pc:chgData name="Osera, Peter-Michael" userId="90445edc-0a63-48ed-aba1-7e7e8c59d194" providerId="ADAL" clId="{7CD04BE3-979E-D646-9433-D9845A0F0698}" dt="2025-09-19T12:39:07.982" v="33" actId="2696"/>
        <pc:sldMkLst>
          <pc:docMk/>
          <pc:sldMk cId="4290934021" sldId="277"/>
        </pc:sldMkLst>
      </pc:sldChg>
      <pc:sldChg chg="del">
        <pc:chgData name="Osera, Peter-Michael" userId="90445edc-0a63-48ed-aba1-7e7e8c59d194" providerId="ADAL" clId="{7CD04BE3-979E-D646-9433-D9845A0F0698}" dt="2025-09-19T12:39:03.145" v="32" actId="2696"/>
        <pc:sldMkLst>
          <pc:docMk/>
          <pc:sldMk cId="1497755310" sldId="278"/>
        </pc:sldMkLst>
      </pc:sldChg>
      <pc:sldChg chg="del">
        <pc:chgData name="Osera, Peter-Michael" userId="90445edc-0a63-48ed-aba1-7e7e8c59d194" providerId="ADAL" clId="{7CD04BE3-979E-D646-9433-D9845A0F0698}" dt="2025-09-19T12:39:07.989" v="34" actId="2696"/>
        <pc:sldMkLst>
          <pc:docMk/>
          <pc:sldMk cId="5708271" sldId="290"/>
        </pc:sldMkLst>
      </pc:sldChg>
      <pc:sldChg chg="modSp mod">
        <pc:chgData name="Osera, Peter-Michael" userId="90445edc-0a63-48ed-aba1-7e7e8c59d194" providerId="ADAL" clId="{7CD04BE3-979E-D646-9433-D9845A0F0698}" dt="2025-09-19T12:41:32.183" v="514" actId="20577"/>
        <pc:sldMkLst>
          <pc:docMk/>
          <pc:sldMk cId="1820096326" sldId="291"/>
        </pc:sldMkLst>
      </pc:sldChg>
      <pc:sldChg chg="del">
        <pc:chgData name="Osera, Peter-Michael" userId="90445edc-0a63-48ed-aba1-7e7e8c59d194" providerId="ADAL" clId="{7CD04BE3-979E-D646-9433-D9845A0F0698}" dt="2025-09-19T12:40:23.137" v="252" actId="2696"/>
        <pc:sldMkLst>
          <pc:docMk/>
          <pc:sldMk cId="1044856473" sldId="292"/>
        </pc:sldMkLst>
      </pc:sldChg>
      <pc:sldChg chg="del">
        <pc:chgData name="Osera, Peter-Michael" userId="90445edc-0a63-48ed-aba1-7e7e8c59d194" providerId="ADAL" clId="{7CD04BE3-979E-D646-9433-D9845A0F0698}" dt="2025-09-19T12:40:23.136" v="251" actId="2696"/>
        <pc:sldMkLst>
          <pc:docMk/>
          <pc:sldMk cId="578436196" sldId="293"/>
        </pc:sldMkLst>
      </pc:sldChg>
      <pc:sldChg chg="modSp mod">
        <pc:chgData name="Osera, Peter-Michael" userId="90445edc-0a63-48ed-aba1-7e7e8c59d194" providerId="ADAL" clId="{7CD04BE3-979E-D646-9433-D9845A0F0698}" dt="2025-09-19T12:41:21.801" v="498" actId="20577"/>
        <pc:sldMkLst>
          <pc:docMk/>
          <pc:sldMk cId="3328251515" sldId="294"/>
        </pc:sldMkLst>
      </pc:sldChg>
      <pc:sldChg chg="addSp modSp new mod">
        <pc:chgData name="Osera, Peter-Michael" userId="90445edc-0a63-48ed-aba1-7e7e8c59d194" providerId="ADAL" clId="{7CD04BE3-979E-D646-9433-D9845A0F0698}" dt="2025-09-19T13:16:37.367" v="1287" actId="20577"/>
        <pc:sldMkLst>
          <pc:docMk/>
          <pc:sldMk cId="1214910155" sldId="295"/>
        </pc:sldMkLst>
      </pc:sldChg>
      <pc:sldChg chg="del">
        <pc:chgData name="Osera, Peter-Michael" userId="90445edc-0a63-48ed-aba1-7e7e8c59d194" providerId="ADAL" clId="{7CD04BE3-979E-D646-9433-D9845A0F0698}" dt="2025-09-19T12:40:23.138" v="253" actId="2696"/>
        <pc:sldMkLst>
          <pc:docMk/>
          <pc:sldMk cId="3259898676" sldId="295"/>
        </pc:sldMkLst>
      </pc:sldChg>
      <pc:sldChg chg="modSp new mod">
        <pc:chgData name="Osera, Peter-Michael" userId="90445edc-0a63-48ed-aba1-7e7e8c59d194" providerId="ADAL" clId="{7CD04BE3-979E-D646-9433-D9845A0F0698}" dt="2025-09-19T12:45:46.923" v="1152" actId="20577"/>
        <pc:sldMkLst>
          <pc:docMk/>
          <pc:sldMk cId="3494448267" sldId="296"/>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4-07T19:40:20.595"/>
    </inkml:context>
    <inkml:brush xml:id="br0">
      <inkml:brushProperty name="width" value="0.17143" units="cm"/>
      <inkml:brushProperty name="height" value="0.17143" units="cm"/>
      <inkml:brushProperty name="color" value="#004F8B"/>
    </inkml:brush>
  </inkml:definitions>
  <inkml:trace contextRef="#ctx0" brushRef="#br0">0 347 8841,'0'9'561,"0"-1"1,0-7-431,0 6 18,8-6 109,2 7-103,7-8 0,0 0 0,1 0-46,-2 0 21,-6 0 1,11 0 35,-3 0 1,3-1-55,-4-6 1,1 6 10,-1-6 0,6 4 140,0-3-308,8 4 54,-5-5 1,9 4 13,-1-2 122,2 3-99,-2-6 1,0 6-87,1-4 0,-1 5 80,2-5 0,-2 4-13,0 2 0,1-2 33,-1-3 0,-1 2 2,-4-2 0,2 3 34,-8 2-18,8-8-33,-12 6 1,12-6 13,-8 8 19,8 0-30,-5 0 0,3 0-139,0 0 146,0 0-27,5 0 0,1 0 7,0 0 1,-1 0-20,1 0 0,-3 0-2,-3 0 0,4 0 9,-5 0 1,0 0-3,1 0 0,-8 0 56,2 0-47,3 0-5,-6 0 0,11 0 99,-8 0-89,0 0 4,1 0 0,-4-5 8,3-1 0,-2 0-46,2 6 0,-4 0 2,4 0 0,-2 0-10,2 0 1,-2 0-10,8 0 0,-7 0 3,1 0 0,1 0 22,-1 0 1,6 0 58,-6 0-71,8 0 28,-11 0 0,10 0 2,-7 0 1,7-6-13,-8 1 0,1-1 6,-6 6 0,1 0 2,-1 0 1,0 0 1,1 0 0,-1 0-36,0 0 33,-7 0-9,5 0 0,-5 0-12,7 0 9,0 0 14,-7 0 1,6 0 1,-5 0 1,4 0-21,3 0 1,-1 0 2,0 0 1,-5 0-12,-1 0 1,1 0-3,5 0 0,0 0-4,1 0 19,-1 0-5,0 0 0,1 0-46,-1 0 41,0 0 6,1 0-34,-1 0 27,0 0 0,0 0-2,1 0 1,-1 0-1,0 0 1,1 0 17,-2 0 0,-4 0 2,-1 0 0,2 6-16,4-1 2,-8 1-1,6-6 1,-5 0 30,8 0-26,-9 0 2,6 0 1,-7 2 2,4 3 0,3-3 14,-4 4 1,-1-4 35,1-2 12,2 0-33,3 0 0,2 0 19,-1 0-32,-7 0-10,5 0 0,-11 0-82,7 0 94,-7 0-37,4 0 4,0 0 27,2 0-75,-1 0 57,6 0 0,-11 6 29,7 0-4,-6 0 11,10-6 1,-11 0 9,8 0 1,-7 0 44,6 0-63,-6 0 61,2 0 26,1 0 58,1 0 19,8 0-170,1 0 1,-7-6 4,1 0 1,-6 0-177,5 6 185,-7 0-11,4 0 0,-6 0-209,4 0-35,-4 0 100,5 0-313,-7 0 55,8-8-311,-7 6 433,7-5 0,-8 7-2657,0 0 1680,-8 0 1225,7 0 0,-22 0 0,3 0 0</inkml:trace>
  <inkml:trace contextRef="#ctx0" brushRef="#br0" timeOffset="2594">3355 87 8456,'-9'-7'1787,"-7"5"-1413,6-6-117,1 8 127,2 0-263,-1 0-129,6 0 292,-6 8-163,0-6 40,6 13 1,-6-6 160,8 9-301,0-1 160,0 8 0,-5-4-26,-1 8 1,0-6-23,6 6 0,0-2-138,0 1-136,0 5 348,0-14-467,8 6 147,1-7-24,9-9-12,0-1 65,-2-8 1,4-2 76,3-4 189,-4-3-179,6-16 0,-8 6 18,0-4 1,1 1 8,-1 0 1,-2 0 215,-3-7-10,4 8-199,-14-4 0,5 2 295,-7 0-14,0 0-165,0 6 73,0-1-138,0 1 0,-2 2 114,-3 3-154,-5-3 62,-8 13 1,1-6-3,0 8 0,-6 0-4,0 0 0,-2 0 192,1 0-173,6 8-38,-8 1 0,3 9-20,0-1 80,0 0-37,6 8-193,0 2 164,7 0 0,-3 4 75,7-8-306,0 7 81,6-10 1,0 11 177,0-8-281,0 0 83,0-6 0,8-7 86,3-5-347,5-3 190,1-2 0,0 0-65,0 0 2,1 0 159,7-7 1,-6-3 147,4-7-141,4-8-35,-7 6 192,4-6-54,-7-1 0,1 8-33,-1-5 1,-5-3 22,-1 3 0,-7 0 139,2 6 18,-4 0-171,-2-1 1,0 1 295,0 0 5,-8-1-275,-2 1 1,-7 8 213,0 3-21,-1-4-130,-7 8 184,6-5-217,-6 7 1,2 5 66,0 1 1,1 8 15,4-3 1,0 10 90,1 2-130,0 8-24,0-4 0,6 8-93,-1-1 9,8 1 1,-4-3-254,8-2 157,0 2 1,0-13 87,0 5-510,8-6 307,-7 0 0,21-9 27,-5-3 0,6-4 32,0-2 1,-2-8-143,8-3 211,0-5-33,-2-1 0,4-2 194,-8-4-207,0 4-1,-6-6 261,0-1-88,1 8 1,-8-8-124,-5 9 383,5-8-192,-9 6 1,7-6 2,-8 8 0,-1-1-26,-6 1 0,0 0 260,-4-1-318,-5 1 46,-1 0 1,-2 7 131,-4 5-146,-5 3 1,7 2 267,-7 0-268,7 0 1,-6 7 55,4 5 0,3 5-3,-3 6 0,4 4 11,2 8-218,-1-1 166,9 9 1,-5-5-199,8 8-48,-7-8 219,11 5 1,-6-11-524,8-3 225,8 4-58,-6-14-50,14-2 188,-7-1 0,10-14 0,4 3 0,-2-2 25,8-3 0,-1-8-106,0-4 295,5-3-166,-6-2 1,1-3 136,1-3-126,-7 4 29,2-14 0,-6 9 177,-1-5-27,-8-4 1,1 12-175,-4-8 441,-4 7-196,6-10 7,-8 13 1,-3-8-79,-2 4 0,1 4 8,-7-4 151,-1 3-66,-5 11 0,-8-5 184,-4 9-278,-4-1 9,6 6 1,-6 2 398,5 4-381,3 3 25,-8 16 2,14 2-43,-6 8 1,8-1-20,-1 1 1,3 2-15,4 2 1,-3 0 131,9 7-471,-2-7 211,7-5 0,0-3 54,0-8-693,8 0 470,2-5 1,9-9-612,4-3 447,-3-4 85,12-2-24,-13 0 219,14-8 1,-12-1-44,8-9 1,-8 1 118,2 0 1,-4-3-42,-2-3 1,1 2 198,-1-8 1,-7 6 12,-5-6 1,-3 6 172,-2-5 1,0 5 214,0-6-314,0 8-45,0-4 1,-7 1 135,-5 1-115,-3 8 1,-5-1 43,-3 5-128,4 4 1,-7-1 64,3 8 0,3 0-3,-3 0 1,4 10-12,1 6 1,1 4 7,0 9 0,2 0-209,3 5 147,-4 1 0,15 5-415,-5 0 216,4 1 0,2-12 23,0-1 0,2-7-120,4 3 1,-2-7 54,8-6-424,-1-3 333,14-8 1,-6 0 47,4 0 1,-3-8 41,-4-3 1,2-10 246,-1-2 76,0 0-189,1-2 1,-3 6 130,-4-4 0,3-3-108,-8 3 1,5-5 37,-4 5 1,-2-1 82,-5 7 1,0 0 117,0 0 1,-2 1-45,-4 5 1,2-3 117,-7 8 0,-1 1 235,-5 5-452,0 0-18,7 0 1,-6 7 43,5 5 1,-2 3-38,1 3 1,-1-1-181,7 0 0,1 0-98,5 1-435,0-1 196,0-8 130,0-1 241,0-8 1,5-2 9,1-4 1,7-3 59,-11-8 1,11-1 354,-7 1-424,8 0 74,-13 0 0,7-1 99,-8 1 1,0 5 28,0 1 0,0 5 476,0-5-173,0 7-144,-8-4 0,1 16-299,-4 3-64,-5 5 164,14 1 0,-11 0-399,7 1 200,-7-1 1,11 0-1739,-4 0 608,4-7 194,2 6 1,2-9-600,4 4 1,4-3 1631,6-8 0,2 0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4-07T19:40:28.155"/>
    </inkml:context>
    <inkml:brush xml:id="br0">
      <inkml:brushProperty name="width" value="0.17143" units="cm"/>
      <inkml:brushProperty name="height" value="0.17143" units="cm"/>
      <inkml:brushProperty name="color" value="#004F8B"/>
    </inkml:brush>
  </inkml:definitions>
  <inkml:trace contextRef="#ctx0" brushRef="#br0">1 35 8147,'11'0'294,"1"0"1,-9-1-123,4-6 0,-4 6 116,3-5-146,-4 4 0,8 2 71,-5 0-45,-3 0-91,6 0 1,-6-2-63,4-3 116,-4 2-32,5-4-158,1 7 199,-6 0-212,13 0 53,-13 0 0,8 0 74,-4 0 1,-3 0-19,9 0 1,-6 0 282,5 0-257,1 0-21,-2 0 1,5 0 248,-4 0-8,-3 0-211,7 0 0,-11 0 145,8 0-70,-1 0-68,6 0 0,1 0 16,-1 0 0,-5 0-18,-1 0 0,1 0-120,5 0-42,0 0 94,0 0 1,1 0 1,-1 0 0,0 2 44,1 3 0,1-2-2,4 2 0,-2-3 15,8-2 9,-8 0-41,4 0 1,-6 2 17,5 4 1,-6-5 3,5 6 1,-3 1 18,-3-3-6,0 8-18,1-11-144,-1 14 127,0-14 0,2 11-12,4-7 1,-3 7-8,3-1 0,-4-4 24,-2-3 0,1 3-3,-1-2 1,0 1 12,1-1 0,1-2 0,4 7 0,-5-6 123,6 0-129,-5 5 21,-2-9 1,6 15 46,0-4 0,6-3-97,-6 3 1,7-1-10,-8 6 1,9-5 78,-2-1-170,-4 1 123,0 5 1,0-5 16,4-1 0,-3-1-6,3 1 1,-6 5 180,6-4-194,-7-5-3,10 9 1,-11-8 15,8 3 0,-8 4 0,3-3 0,-3-3-2,2 3 1,-5-1 42,6 7-62,3-1 16,-8 0 0,7-4-4,-3 5 1,3-5-7,2 10 1,3-3 46,-8-3 1,8-3-38,-2 2 1,-3-2 29,4 9-17,-9-3-43,11-3 0,-12 0 5,3 0 0,1 6-2,-1 1 0,1-1-4,-7-7 1,1 7 4,-2 1 1,2 1-9,-1-2 1,0-4 28,1 4 0,-6 2-19,-1-2 1,1 6 58,4-6 0,-3 2-50,-2-2 1,-1-4 0,1 5 1,4 1-4,-3-3 1,-3 3 2,3-2 1,-2-3-7,1 2 0,4 0 8,-3 1 1,-3-4-11,3 4 0,-6-2 16,5 2 0,-4-4 0,4 4 0,-6-1 3,7 1 0,-2-4 0,1 4 1,5-4-4,-5-1 1,-1 5 5,2 0 1,-4 0-17,5-6 0,2 6-1,-4 0 1,-1 0-62,1-5 0,-4 0 77,4 6-94,0-5 67,-1 6 0,3-8 6,-7 1 1,8-1-8,-3 0 1,-1 1 5,1-1 115,-7 0-123,11 0 1,-11 1 20,8-1 1,-9 0-7,4 1 1,-4-2 44,3 2 0,-4 0-36,3-1 1,0 0-71,0 0 1,-3 1 27,4-1 0,-2 0-15,2 1 0,-3-2 12,9 2 0,-6 0-28,5-2 53,-7 2 0,12-1-1,-5 1 0,-1-1 59,1 0 0,-5 1-55,5-2 68,-6 2-69,10 0 0,-14-2-4,6 2 1,0-1 16,-1 0-19,7 8 1,-5 1-5,3 2 1,3-2 24,-8-10-18,-1 2-4,3-1 0,-4 0-13,7 1 1,-7-1 4,2 0 1,2 0-24,-3 1 0,7 0 13,-6-2 0,2 2-5,-3-1 1,-2 0 9,2 1 1,3-1-6,-3 0 0,7 0-7,-6 1 1,5-1 7,-6 0 1,10 1 3,-4-1 0,-1 0-1,1 1 1,-5-7 38,5 1 0,0-1 1,7 6 0,-6 1 5,-1-1 1,1 0-18,5 1 1,-2-1 5,-3 0 1,4-5-5,-5-1 0,4 1-6,3 5 1,-2 0-11,2 1 0,-3-1 12,-3 0 1,3 1-55,-3-1 1,3 0 26,3 1 1,-1-1-7,0 0 0,1 0-1,-2 1 0,2-1-4,0 0 0,-2 1 0,2-2 1,-6 2 4,-1 0 0,0-1 56,7 0 0,-1 2-13,1 5 1,-2-6 6,2 6 0,0-6-40,-2 0 0,2 0 2,-1-2 1,0 2 8,1-1 0,-1 1-1,0-1 0,6 0 5,0 1 1,6-2-5,-6 2 1,6-3-1,-6-4 0,6 5-16,-6-4 1,6 3 1,-6 2 0,6-5 34,-6-1 0,1-1 4,-1 2 0,-3 3-4,3-4 1,2-1 1,-2 1 0,0-5-33,-5 6 1,-1-6 9,0 6 0,6-3 8,0 3 0,0 1-19,-5-8 1,-5 3-1,5-2 1,-10-2 8,16 7 0,-9-4-6,8 4 1,-3-7 13,-3 1 0,0 3-1,1-2 0,5 5 7,0-5 0,6 2-10,-6-2 0,1-3-16,-1 9 1,-2-6-1,9 5 1,-7-7 0,6 1 0,-8 3-2,2-2 1,1 1-5,-1 0 1,0-6 6,-5 6 0,1-4-5,4 3 0,-3-4-2,3 3 1,-5 0 5,0 0 1,-7-3 2,1 4 0,-1 2 3,7-3 0,-1 1 0,0-6 0,1 6-5,-1 0 1,-6-1-1,1-5 1,-1 0 0,7 0 0,-1 6 0,0 0 0,1 0-2,-1-6 0,0 0 2,1 0 1,-1 0-2,0 0 0,6 0-1,0 0 1,2 2-1,-1 4 1,-6-4-6,5 3 0,3-3-1,-3-2 0,1 0-27,-1 0 0,-3 6-4,3 0 1,-2-1-19,2-5 0,-4 0 38,4 0 0,-3 0-93,-3 0 0,6 0 69,0 0-6,0 0 22,-5 0 0,-1 0 22,0 0 0,0 0 2,1 0 1,1 0-10,4 0 1,-4 0 7,4 0 0,-3 0 43,-4 0 1,4 0-48,3 0 1,-4 0-44,4 0 0,-2 0 14,2 0 0,-3 0-7,3 0 1,-2 0 25,2 0 0,-4 0-5,4 0 0,-3 0-7,-4 0 14,10 0 0,-8 0 46,6 0 0,-5 0-59,-2 0 1,1 6 72,-1 0-46,0 0 0,0-6 5,1 0 1,-7 0-6,1 0 1,-1 0 0,7 7-1,-1-4 0,-6 4-5,2-7 4,-10 0 1,7 0 4,-5 0-136,-3 0-14,6 0 45,0-7-34,-7 4-27,7-4 0,-6 7-590,3 0-1106,-2-8 1335,4 6 0,-7-8-851,0 4 1,0 3 127,0-9 1247,0 1 0,8-14 0,2-2 0</inkml:trace>
  <inkml:trace contextRef="#ctx0" brushRef="#br0" timeOffset="1656">7108 4445 7724,'-9'0'-494,"1"0"1068,8-8-158,0 7-21,0-15 1,0 12 19,0-7 257,0 7 28,-8-4-222,6 0-61,-5 7 118,-1-7-180,6 8 79,-6 0-257,0 0 0,5 0 51,-9 0 8,8 0 148,-3 0-349,-1 8 0,0 1 60,-3 8-289,3 1 186,1-1 1,5 0 98,-4 1-275,4-1 138,2 8 0,0-5 39,0 3-130,0-5 149,0 0 1,5-1-234,1 0 1,8-7 57,-3-4 0,5-4 15,1-2 1,0 0 108,1 0 0,5-2 81,0-4 0,0-6-56,-6-11 0,0 4 96,1-4 0,-1-3-127,0-4 521,-7-2-274,5 4 1,-13-2 230,4 7 1,-4-6-156,-2 6 1,0-6 209,0 6-139,0 0-243,-8 6 1,-4 7 36,-11 5 0,2 2 9,-7 3 0,1 0-27,-3 0 1,-2 8 40,4 4 0,2 9-45,3 2 1,-2 8-37,2-2 1,2 5 3,10 7 1,-3-5-170,8 4 1,1 3-74,5-3 0,0 0-99,0-5 1,2-8 119,3-4 0,5-4-121,7-2 0,6-7 20,0-4 1,8-4-97,-2-2 1,4-8 303,1-4 0,-1-3-137,-5-2 1,3-6 286,-8 0 0,6-2 47,-6 2 0,-2-3 77,-9-2 0,1-4-119,-7 2 1,0 0 50,-6 0 0,0 0 15,0 7 1,-8 0 36,-3 6 0,-10 1-38,-2 5 0,-8-3-53,2 8 0,-4 1-145,-1 5 0,-1 2 173,1 4 182,-1 3-255,8 8 1,0 1 53,4-1 23,3 8-93,-4 2 1,7 7 119,-1 1-330,1 0 86,0-1 0,7 1-172,4-1 0,4-5-9,2 0-88,0-7 0,8 0 8,4-10-136,3-5 217,10-7 1,-4-2 77,8-3 0,0-11 49,5-7 1,-5-8-6,0 3 1,-2-5 211,2-2 0,1 1 62,-6-1 0,-1 6-63,-6 1 1,-6 1 279,1-2-182,-8 4-1,4 0 0,-11 6 24,-2-4 0,-1 3-56,-11 3 156,3 0-111,-11 7 0,0 2 55,-4 8-146,5 0-9,-9 0 1,8 8 11,-4 4 1,4 9-19,8 2 1,-1 9-127,1 4 1,2-2 83,3 6-472,-3 5 260,13-9 0,-6 6 32,8-7 0,0-8-86,0-4 1,8-6-73,4-6 0,3-3-209,2-8 1,6 0 191,0 0 0,6-8 40,-6-3 0,8-10 280,-3-2 0,0-8-98,0 3 0,-7 0 69,3 0 97,-5-1-20,-10 1 0,-1-2 201,-8 7 0,0 0-27,0 6 95,0 7-167,0-6 1,-9 15 88,-9-5-29,1 4-85,-8 2 1,2 0-75,0 0 0,-6 8 33,6 3 0,0 10-155,6 2 132,-9 8-72,15-4 0,-12 6 16,11-5 1,-1 3 58,2-8-274,3 8 81,8-12 0,0 6 114,0-7-378,0-9 57,0-1 8,8-8 0,1 0 80,8 0 0,1-8 108,-1-3 0,0-5-40,1-1 1,-1 0-133,0-1 62,1 1-196,-1 0-9,-8 7-393,6-5 351,-12 13-72,4-6-304,-7 8-171,0 0 49,0 8 189,0-6 264,0 13 1,-5-5-429,-1 7 933,-8 0 0,-3 1 0,-10-1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4-07T19:40:34.918"/>
    </inkml:context>
    <inkml:brush xml:id="br0">
      <inkml:brushProperty name="width" value="0.17143" units="cm"/>
      <inkml:brushProperty name="height" value="0.17143" units="cm"/>
      <inkml:brushProperty name="color" value="#004F8B"/>
    </inkml:brush>
  </inkml:definitions>
  <inkml:trace contextRef="#ctx0" brushRef="#br0">0 4186 9361,'10'0'807,"6"0"-814,-7 0 109,0 0 0,7 0 12,-5 0 1,-1 0-28,2 0 1,-1-2-31,7-4 0,-1 4 59,0-4 0,0 3-109,1-3 1,-1 4 43,0-4 1,1-2-99,-2 3 0,2-3 156,0 2-256,-2 4 191,9-6 0,-5 8 38,3 0-116,4-7 62,-8 5 1,14-7 50,-5 3 1,5 4-43,1-4 0,2-1 120,-2 0 0,0-6-136,1 2 0,-1 3 5,1 2 0,0-3-21,-1-3 1,1 3-5,-1-3 0,-5 6 45,0-6 1,-6 3-15,6-3 0,0-3 20,5 4 1,3 1-27,4-1 0,0-1 9,6-5-6,2-1-12,-5 1 1,3-1 10,-1 2 1,-7-2-18,1 0 1,2 7-5,-1-1 1,-3 1 37,-9-6-61,3 0 28,-4-1 0,6 1 1,0 0 0,1 0 5,-1-1 0,9 1 25,3 0 0,-4-1-12,-2 1 48,5 0-63,-8 0 0,10-7 18,-6 1 0,-1 0 6,-5 6 0,-1 2-3,1 3 1,-3-3 3,-3 4 1,-2-5-66,-4-1 1,2 5 57,4 0 1,2 1-24,-8-6 0,7-1 48,0 1 1,2 2 1,3 3 0,-1-3 6,1 4 0,0-5 9,-1-1 1,1-1-41,-1 1 0,1 0 5,0-1 1,-1 2-102,0-2 101,-6 0-19,4 1 0,-7-2 65,4-4 1,4 4-47,-5-4 1,0 3-25,0 4 0,-4-2 44,4 0-137,1 2 104,5-2 1,1 1-6,-1-1 0,1-3-3,0 4 1,-6-10-59,-1 10 1,1-5 52,6 6 1,-6-2 56,-1 1 0,-4 0-57,4-1 0,-5 1 56,6-1 1,-6-4-67,6-1 0,-8 0 7,2 5 0,2 1 2,-2 0 0,0-1-1,-5 1 1,5 0-4,0 0 1,-1-1-17,-4 0 0,5 2 77,0-2 1,0 1-59,-5 0 0,5 2-4,-1 3 1,8-4-26,-7 5 1,-1-4-2,-4-3 1,5 1 11,0 0 1,0-1-5,-5 1 0,1 0-9,4-1 0,-4 1-19,4 0 1,-4 0 136,-2-1 0,1 1-107,-1 0 0,-6-1 14,1 1 0,-1 0-14,7-1 1,-3 1 4,-4 0 1,5 5-5,-4 1 1,1-1-4,-2-5 0,5 5-80,-4 1 0,1-1 74,-1-5 0,3 2-4,-3 3 0,3-3 46,3 4 1,-2-5 13,2-1 0,-1-1-18,0 1 1,-3 2 11,3 3 0,-4-3-26,10 3 1,-3-3 1,-3-3 0,0 1 16,1 0 0,-1 0-9,0-1 1,1 1 56,-1 0 0,0-1-43,0 2 0,1-2 0,-1 0 1,0 7-11,1-1 1,-3 1 10,-4-6 0,5 6 5,-4-1 0,-3 0-2,3-5 1,-2 6 34,1-1 0,4 1-13,-4-7 0,5 0-87,1 2 1,-5-2-147,-1 1-1,1 0 189,5-1 0,-2 1-15,-3-1 0,4 2 0,-5-2 1,-1 0 7,1 2 1,-6 0 2,7 4 1,-2-3-8,1 4 0,3 1 5,-8-1 1,7 4-28,-1-4 1,-3 0 11,2-6 1,2 5-4,4 1 0,0-2 51,0-3 0,1-2 6,-1 1 1,0 6 17,1-1-23,-2 1 0,2-5-20,0 5 91,-9-4-82,6 12-55,-5-12 53,7 5 1,1-7-64,-1 0 1,-5 5 38,-1 1 0,-6 1-4,7-1 1,-6-5 15,6 4 0,-7 3 3,6-3 1,-5 7 9,6-7 0,-9 6 43,4-5-22,-6 7-30,7-12 0,-4 9-214,7-4 169,-6-5 0,8 6-10,-8-7 1,7 6 12,-6-1 1,5 1-11,-4-7 1,6 7 56,-2-1 0,-1 3-68,1-3 165,-7-4-127,12 8 1,-13-8 37,9 4 1,-9 2-12,4 5-10,2 3 1,-7-7-30,4 3 3,-4 4 0,3-8-19,1 4 8,0 4 34,-6-5 0,6 4 126,-1-2 17,1 3-129,-6-6 13,0 8-41,8 0-4,-6 0-15,5 0-603,-7 0 316,0-8-638,0 7 135,0-7-18,0 8 0,-7 8 0,-3 1 0</inkml:trace>
  <inkml:trace contextRef="#ctx0" brushRef="#br0" timeOffset="2369">6139 192 7921,'-9'-10'352,"1"2"-109,1 8 1,2 0 165,-6 0-82,7 0 21,-12 0-304,8 8 0,-8 2 121,4 6 0,-1-4-127,7-1 1,-6 1 56,7 5 0,-3 1-24,2-1 1,4 0 8,-3 0 1,3-5 61,2-1-102,0 2 1,7-5-93,5-1 1,-3-6 106,3-1 0,-1 0-5,7 0 0,-7-1 11,1-6 0,-1 4-5,7-9 0,-7 1 37,1-7-36,-9 9 47,5-6 1,-2 5 27,0-7 1,-1 5-8,-5 0 1,0 1 80,0-6 1,0 6-74,0-1 0,-2 2-2,-3-1 0,1-3-90,-8 8 1,7-5 79,-7 5 1,1 1-49,-7 5 33,2 0 0,-2 0-152,0 0 21,-6 0 0,4 1 40,-3 5 1,4-2 7,2 7 1,-1 1-97,2 6 0,3-2 67,2 2 0,6-1-108,-7 0 0,8 1 93,-2-1 1,6-1-11,6-5 1,-2 2-5,8-7 0,-1 5-7,7-5 0,5 1-18,0-7 127,-1 0-85,3 0 1,1-8 117,2-4 0,-1 2-105,-4-1 0,-3-1 41,3-5-35,-5-8 10,0 6 0,-2-2 3,-5 3 0,2 11 54,-7-11 1,0 5 101,-6-5 1,0 2-119,0-2 263,0 1-126,0 7 0,-8-4 29,-4 9 1,-3-6-67,-2 4 0,-1 2-63,1 5 1,-2 0 6,-4 0 0,2 2-10,-8 3 1,2 5-10,-2 7 1,3 1-45,3-1 1,5 6 6,0 0 1,2 2-134,4-2 0,4-3-35,2 3 0,4-4 101,2-2 1,2 4-267,4-3 147,4 3 1,8-11 0,0 1 63,5 0 1,-2-7 18,8 2 0,-6-4 30,6-2 1,-6-2 21,7-4 0,-8-4 0,7-6 1,-8-2-70,3 0 287,-6 9-230,-8-6 1,6 5 163,-5-7 0,-4-1-90,0 1 1,-6 0 69,-1-1 0,0 2-23,0-2 1,0 6-2,0 1 1,-8 0-40,-3-7 0,-2 1 19,1-1 1,-9 7-18,3 0 0,-5 6 6,0 0 1,2 3 142,-7 2-149,-1 0-18,2 0 1,-3 2 156,6 3-140,-6 5-70,10 7 1,-4 3 5,6 3 1,0-2 24,2 7 0,6-4-100,4 4 0,4-7 63,2 2 1,2 3-140,4-3 0,4 0-159,6-5 150,10-2 61,-8-6 0,15-2 7,-4-8 0,-1 0 68,0 0 1,-5 0 29,6 0 0,-8-8-5,2-3 0,-4-4 14,-2-3 0,1 0 4,-1 1 0,-5 0 21,-1 0 1,-7-1 102,2 1 0,1 0-81,-1-1 1,0-5 32,-6 0 1,-2 1-21,-3 4 1,0-2 9,-6-2 1,-1 5-11,-5-1 0,0 0 8,-1 7 1,0 4 3,-5 1 1,3 4 6,-3 2 1,-2 2 16,2 4 1,-5 4-43,4 6 1,1 4-98,6 3 114,-1-4-74,2 14 1,3-12-68,2 7 1,7-4 21,-2 4 1,6-7-153,6 2 1,6-3-336,11-3 274,-4-7 96,14-3 0,-12-7 112,8 0 1,-8 0-50,2 0 0,2-7 110,-2-4 0,0-5-170,-6-1 426,0-1-190,-7 1 1,4-2-32,-9-5 0,3 8 288,-2-2-309,-4-7 1,5 14 12,-7-12 1,-5 9-143,-1 2 0,-7 9-179,1-3 0,-9 4-322,-2 2 1,-2 2-148,1 4 1,6 2-487,-6 3 0,6 4 1231,0-3 0,1 4 0,-1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4-07T19:40:47.608"/>
    </inkml:context>
    <inkml:brush xml:id="br0">
      <inkml:brushProperty name="width" value="0.17143" units="cm"/>
      <inkml:brushProperty name="height" value="0.17143" units="cm"/>
      <inkml:brushProperty name="color" value="#004F8B"/>
    </inkml:brush>
  </inkml:definitions>
  <inkml:trace contextRef="#ctx0" brushRef="#br0">0 3482 7855,'0'-11'536,"0"-1"0,2 3-373,4-3 1,-3-3 88,9 4 1,-6-5-93,6-1 0,-1-1 22,6 2 0,-3-2-40,3 0 0,-8 1 8,14 0 1,-11-3-31,12-3 0,-8 4-99,14-4 0,-8-2-1,8 2 1,-7-1 90,5 0 0,1 5-127,5-4 1,-5-2 90,1 2 1,-4-2-21,3 2 1,4 4-18,-5-4 0,-1-3 8,2 3 0,-6-5-34,6 5 1,-2-6 43,2 6 0,1-2-21,-6 2 1,6 1 14,-1-6 0,4 5 119,1-6 0,1 2-70,0-1 0,1-5-2,5 4 1,-5-2 27,4 3 0,3-3 22,-4 8 1,2-6-27,-7 6 1,2-8 5,-2 2 0,1 2-59,-1-2 0,0 6 36,2-6 0,-2 6-67,0-5 0,1 4 68,-1-4 1,9 1-10,3-2 0,-1-2-17,0 9 0,-7-9-1,3 2 1,1 2 1,-1-2 1,1 6 10,-2-6 1,-3 2-54,4-2 1,-11 3 43,-1 2 0,0 5-61,5-4 1,1 4 95,-1 1-187,1 1 114,0 0 0,4-6-7,2 0 1,8 2-9,-4 10 1,3-11-38,-1 5 0,-3-4 0,-4 4 0,-1-1-51,6 0 1,-6 2 80,2-2 0,-5 1-65,-2 0 1,3-1 61,3 1 1,4-2-4,8-4 1,-1 3 13,-5-2 1,7 2 12,-7 3 0,8 0 7,-8-1 1,-1 3 12,1 4 0,-8-5-81,2 4 0,-3-3 48,-2-2 0,1 2-63,5 3 1,-3-4 13,8 5 1,0-4-13,6-3 0,-2 7 16,-4-1 1,4 7-8,-4-7 1,-2 3 59,3-3 1,-8-2-48,8 9 1,-9-7 55,3 6 1,-5-5-44,-1 5 0,5-5-1,0 5 0,6-6 5,-5 6 0,6-1 3,0 1 0,-3 2-65,2-7 0,-2 6-13,2 0 1,-3-3 41,-8 3 0,5-3-10,0 2 0,-5 4 45,-6-3 0,0-3-30,5 2 1,1-1 40,-1 0 1,0 6-28,2-5 1,-2 2 6,1-1 0,1 2 9,4-2 1,-3 1-1,3-2 0,2 4-46,-1-4 1,-1-1-9,-5 1 1,1 1-38,5 5 0,-7-7 63,1 1 0,-1-1-17,-5 1 0,4 4 20,1-3 1,-5 2-2,0 3 0,0-2 35,5-3 0,1 3 15,0-4 1,5 4-10,0 2 1,1 0 11,-7 0 1,1-6-120,0 1 0,-1-1 84,1 6 0,-1-2-63,0-4 0,-3 4 52,4-3 1,-10 0-8,10 0 0,-4 3 5,3-4 1,0-2 4,1 3 0,0-1 44,0 6 1,-1-2 16,0-3 0,-1 2 42,-4-2 0,2 3-80,-8 2 1,6 0 10,-6 0 0,0 0 15,-6 0 1,-6 0-1,2 0 1,-8 0-11,6 0 0,-4 0 18,4 0 1,-7 0 0,5 0 72,-3 0-183,-4 0 0,8 0 113,-5 0-272,-3 0-149,14 7-402,-14-4-210,6 4 85,-8-7 1,-8 0-2081,-4 0 2974,4 0 0,-15 0 0,4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4-07T19:40:54.539"/>
    </inkml:context>
    <inkml:brush xml:id="br0">
      <inkml:brushProperty name="width" value="0.22857" units="cm"/>
      <inkml:brushProperty name="height" value="0.22857" units="cm"/>
      <inkml:brushProperty name="color" value="#004F8B"/>
    </inkml:brush>
  </inkml:definitions>
  <inkml:trace contextRef="#ctx0" brushRef="#br0">18 139 8883,'0'-10'-159,"0"3"111,0-1 24,0 6 795,7-6 1,-3 8-9,8 0 0,-9 8-304,3 4 1,-2 9-131,2 2 1,-4 13 30,3-2 1,-5 13 9,-5-1 1,1 6-167,-8 5 0,7-3-74,-7 3 0,8-4-11,-2-8 0,5 4-254,1-8 1,0-7 77,0-6 0,0 0 130,0 1-517,0-5 1,1-9-666,5-3 198,3-4 1,9-10 81,0-4 1,-7-3 828,1-9 0,6-6 0,10-4 0</inkml:trace>
  <inkml:trace contextRef="#ctx0" brushRef="#br0" timeOffset="715">139 18 10121,'-15'-2'1390,"2"-4"-117,-2 4-205,13-6-668,-6 8 165,8 8-493,8 2 1,2 7 101,7 0 1,2-1-160,4-5 1,-3 4 143,3-3 1,4 6-292,1 4 0,5-2 33,2 3 0,5-4 96,0-2 1,8 6-77,-1 0 0,0-5-12,-1-7 1,-1 0-18,-5 7 1,-3-1 118,3 1 0,-3-3-68,-3-4 1,-5 5 81,0-5 0,-8 3 5,2-3 0,-4 2-9,-1-7 0,-7 6 46,1-6 141,-9 7-76,5-3 1,-16 2 90,-3-1 0,-4-7-134,-3 2 1,-5 1-26,0-1 1,-1 5 35,0-4 0,-1 4-122,-4-6 1,-1 9 50,6-2 0,-6 1-143,1-1 0,-4 3 19,-1-4 0,0 5 112,-2 1 1,2 0 20,-1 1 1,-5-1-34,-1 0 1,0 0 144,0 1 1,4 0-125,-3-2 1,3 2 127,3-1 0,1 0-42,4 1 0,4-3 98,9-4 1,0 4-197,4-2 1,-1-4 4,7 2-624,-7-6 238,11 2-225,-6-7 1,10 0-418,4 0 419,4 0 1,6-2-185,2-3 0,5-3-375,0-4 1,0-1 1148,-5 7 0,-1-8 0,0 5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4-07T19:45:50.285"/>
    </inkml:context>
    <inkml:brush xml:id="br0">
      <inkml:brushProperty name="width" value="0.17143" units="cm"/>
      <inkml:brushProperty name="height" value="0.17143" units="cm"/>
      <inkml:brushProperty name="color" value="#F6630D"/>
    </inkml:brush>
  </inkml:definitions>
  <inkml:trace contextRef="#ctx0" brushRef="#br0">0 745 7309,'8'-10'302,"-6"-6"-26,14 14-122,-8-13 95,10 6-169,0-9 0,-2 3 24,2 4 1,-6-3 86,-1 8-102,1-7 0,5 5-12,0-3 1,1-5-9,-2 4 1,2 3-28,0-3 1,-2 3-4,2-3 0,-3-3 11,-3 3 1,3 3 13,-3-3 0,3 3 39,3-3 1,-2-1-40,2 7 0,-7-8 4,1 3 1,-1 1 7,7-1 1,-1 5-60,0-6 1,-5 7 11,-1-7 0,1 3-4,5-3 0,0-4-3,1 5 1,0 2 66,-2-3-46,10 0 0,-8-5-4,5 0 1,-3 5 44,-3 1 0,0 7-34,1-2 0,-7-2-3,1 3 0,-1-7 40,7 6 1,1-1-28,4 1 0,-2 4 0,8-4 0,-2-1-4,2 1 0,4-6 70,-5 7 0,11-9-66,1 2 0,0 3 43,-5-3 0,0 7-24,-1-6 1,-6 6-8,2 0 0,-3-3-47,1 3 1,5-3 53,-4 1 1,-3 6-149,4-5 0,-1 4 123,5 2 1,2-2-75,5-3 0,3 3 53,8-4 0,-6 4-15,0 2 1,-1 0 11,1 0 1,1 0 1,-6 0 1,1 0 16,-1 0 0,-10 2-16,3 4 0,-6-3-66,1 9 0,2-7 64,-8 8 0,8-5-38,-2 4 0,-2 4 27,2-5 0,-1 4-128,7 3 0,0-3 75,-1-4 1,1 5-7,-1-4 0,1-3 84,0 3 0,-7-2-59,1 1 0,-6 4 99,6-3 0,-8-3-83,2 3 0,-3-1 66,-4 7 0,2-1-44,-1 0 1,1 6 75,-1 0-63,-7 1 1,5-1 22,-4 0-23,4 8-6,3-5 42,0 9-45,-2 0 0,2-1 49,-1 1 0,7-6 5,-1-1 0,1 1 0,-1 6 1,-2-6-3,9-1 0,-8 1 34,8 5 0,-7 2 27,5-2 0,-4 1 35,4-1-102,-7 0-33,12 9 1,-14-4 23,4 6 0,2 1-4,-1 6 0,4-1-6,-5-5 0,6 4 33,-6-4 0,6-4-14,-6-1 0,2-3-14,-3 2 1,0-4 15,7 5 0,0-3-40,5 3 0,-5-4 62,0 2-122,0 5 79,5-7 1,7 13 6,-2-3 0,2-3-3,-7 2 0,2-6 1,-2 6 0,1-7-11,-1 1 0,0 2-39,2-1 0,-8-1 3,1-5 1,-2-1 11,2 0 0,3 7 16,-3 0 1,4-2 56,1-3 1,3-2-44,3 0 1,3 1 0,2-1 1,6 2 3,-5-2 1,-2-6-1,2 1 0,-1-1-18,1 0 1,1 3-16,-6-8 0,5 6-10,-6-6 1,6 6 30,-5-6 1,6 6 17,0-6 0,9 0-20,1-6 0,8 6-76,-1 0 0,-2 0 96,1-6 0,-7 1-1,1-1 0,-3 0-23,-2 1 1,2-1 4,3 0 1,7 1-71,11-1 1,-4-6 77,3 1 0,-2-3 13,-3 3 0,-8 4 25,-3-5 0,3-1 16,3 1 0,3-7-41,3 2 1,0 1 5,5-1 1,-9-1-48,3-5 0,-11 3-5,-1 2 1,-3-3-148,-2 4 1,-6-4 113,1-2 1,-8 0-475,7 0 1,-5 0 80,5 0 1,-6 0-75,6 0 1,-12-6-212,0 1 0,-6-3-317,1 2 1,-6 2 47,-11-7 1,1 5 957,-7-5 0,7-1 0,-3-5 0</inkml:trace>
  <inkml:trace contextRef="#ctx0" brushRef="#br0" timeOffset="732">7765 3269 8134,'8'-17'-397,"-5"5"1419,9 1-166,-8 7-166,11-4 1,-5 8 291,7 0-97,-8 0-536,7 0 0,-8 2-65,4 4 0,-5 4-2,-7 7 0,6 0 16,-1 1 0,1 7-22,-6 4 0,6 5-29,0 6 0,0 5-1,-6 6 0,0-1 1,0-4 0,0 4-208,0-4 1,0-2-56,0 2 1,0-9-102,0-2 1,0-1 7,0-5 1,0-2-570,0 2 174,0-8 1,0 4 236,0-8 1,2-7-2190,3-5 1704,-3-2 0,12-11-1426,-9-3 2178,1-5 0,1-9 0,3-1 0</inkml:trace>
  <inkml:trace contextRef="#ctx0" brushRef="#br0" timeOffset="1437">7886 3131 8079,'-10'0'914,"3"-2"-341,7-4 265,0 4-490,0-5 0,2 7-76,3 0 1,-1 5-49,8 1 0,-1 6 10,7-7 1,-1 8-118,0 0 1,0 2 62,1 2 0,5 0-81,0 1 0,7-1 34,0 0 0,-4 1-39,3-1 0,2 0-74,9 0 1,2 1 64,5-1 1,1 0-23,-8 1 1,8-3 60,-2-4 1,-4 5 28,-1-4 0,-7 3-66,-5 2 0,2 0-13,-8 1 1,0-3 3,-5-4 0,-3 5 74,-4-5-251,5 4 128,-14 3 1,7-3-154,-3-3 168,-5 3 1,7-11-78,-8 7 41,-8-6 1,-1 8-9,-8-8 0,-1 7 1,2-6 1,-2 6 6,0-6 1,-6 7-92,-6-2 0,-2 4 96,-3 3 1,-4 0 18,-2-2 1,-7 7-33,2 0 0,-5 3 133,0-3 1,7-4-18,3 4 1,5 2 88,1-2 1,2 8-115,5-2 0,-3-4 18,8-2 1,-4-2-19,10 2 0,-4-10 116,10 5-675,3-5 337,0 4 0,9-7-660,6-5 1,2-2-82,8-3 0,1-3-382,-1-2 1,0 1 542,1-8 0,-1 3 711,0-3 0,1-11 0,-1 5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2T14:18:05.226"/>
    </inkml:context>
    <inkml:brush xml:id="br0">
      <inkml:brushProperty name="width" value="0.05292" units="cm"/>
      <inkml:brushProperty name="height" value="0.05292" units="cm"/>
      <inkml:brushProperty name="color" value="#FF0000"/>
    </inkml:brush>
  </inkml:definitions>
  <inkml:trace contextRef="#ctx0" brushRef="#br0">15232 13901 24575,'-14'0'0,"-6"0"0,-8 0 0,-11 0 0,-6-1 0,-8-8 0,-2-15 0,26 2 0,3-5 0,-2-8 0,4-4 0,2-6 0,2-3 0,3-3 0,4-2 0,2 0 0,3-1 0,3 0 0,3 0 0,3 1 0,3 1 0,6 3 0,4 0 0,3 3 0,5 2 0,3 3 0,3 3 0,0 3 0,2 2 0,-1 4 0,1 3 0,-3 4 0,0 3 0,22-8 0,-5 13 0,-2 8 0,3 5 0,4 9 0,2 14 0,-24-5 0,0 5 0,-1 4 0,-1 3 0,-1 1 0,-2 2 0,-2 1 0,-1 0 0,-4-1 0,-1 0 0,10 25 0,-4-2 0,-4-3 0,-5 1 0,-3 2 0,-4-1 0,-2-2 0,-1-3 0,-1-4 0,0-2 0,0-1 0,0 1 0,-4 0 0,-4 0 0,-8-2 0,-5-3 0,-6-3 0,-6-3 0,-7-2 0,-5-6 0,-5-4 0,-2-6 0,0-7 0,0-4 0,4-4 0,6-4 0,7-5 0,5-3 0,5 0 0,4 3 0,4 2 0,3 2 0,2-2 0,6 4 0,1 0 0</inkml:trace>
  <inkml:trace contextRef="#ctx0" brushRef="#br0" timeOffset="35565">15610 13099 24575,'0'-15'0,"0"-15"0,0-20 0,0 18 0,0-2 0,0-1 0,0-1 0,0 0 0,0 0 0,0 0 0,0 1 0,0-1 0,0 0 0,0-2 0,0 0 0,0-2 0,0 0 0,0-2 0,0 0 0,0 1 0,0 0 0,0 3 0,1 1 0,0 2 0,1 1 0,4-31 0,1 3 0,2 0 0,-1 2 0,-2 1 0,0-1 0,-2 3 0,-1 4 0,0 7 0,1 4 0,1 5 0,1 2 0,2-2 0,2-2 0,2-5 0,1-4 0,1-2 0,3 0 0,0 4 0,0 5 0,-2 4 0,-1 7 0,-1 5 0,0 5 0,-2 5 0,-5 7 0,-2 4 0</inkml:trace>
  <inkml:trace contextRef="#ctx0" brushRef="#br0" timeOffset="37930">15521 11308 24575,'-3'-13'0,"1"-19"0,2-27 0,0 16 0,0-2 0,0-8 0,0-1 0,0-1 0,0 0 0,0 5 0,0 2 0,0 3 0,0 0 0,0 4 0,0 2 0,0 1 0,0 1 0,0 3 0,0 0 0,0-24 0,0 10 0,0 8 0,4 6 0,4 6 0,7 5 0,7 5 0,6 3 0,5 6 0,9 4 0,11 2 0,12 2 0,-26 1 0,1 0 0,5 0 0,0 0 0,-2 2 0,-1 0 0,-3 1 0,-3 1 0,19 8 0,-21 2 0,-11-2 0,-7-1 0,-4 0 0,0 0 0,0 0 0,1 3 0,-1 7 0,1 14 0,-2 16 0,-5-19 0,-1 1 0,1 3 0,-1-1 0,0 0 0,1 0 0,-1-1 0,0-1 0,3 29 0,-2-2 0,0-5 0,-1-2 0,-1-1 0,2-1 0,-1-2 0,1-7 0,-2-8 0,-1-10 0,-1-5 0,-2-6 0,-4-3 0,-8 3 0,-9 4 0,-5 2 0,1-1 0,7-2 0,4-6 0,3-3 0,0-1 0,1-1 0,0 0 0,0-1 0,-1 0 0,-2-1 0,-9 0 0,-10-2 0,-13-1 0,-13 0 0,26 0 0,-2 0 0,-2 0 0,-1 0 0,0 1 0,1-2 0,1 1 0,1-1 0,-27-1 0,13-2 0,9-1 0,10 1 0,8-1 0,3 0 0,5 2 0,2-1 0,1 0 0,5 2 0,1 0 0</inkml:trace>
  <inkml:trace contextRef="#ctx0" brushRef="#br0" timeOffset="98114">22113 11583 24575,'3'-10'0,"-1"-17"0,-2-26 0,0 12 0,0-5 0,0-13 0,0-4-397,0 15 1,0-1 0,0-2 396,0-4 0,0-1 0,0-1 0,0-2 0,0 0 0,0 1 0,0-1 0,0-1 0,0 2 0,0 1 0,0 1 0,0 0 0,0 4 0,0 1 0,0 0 0,0 4 0,0 0 0,0 2 130,0-18 1,0 3-131,0 2 0,0 3 0,0 2 0,0 2 0,0 3 0,0 0 0,0 4 0,0 0 0,0 3 0,0 0 448,0 1 1,0 0-449,0 3 0,0 0 15,0 2 1,0 0-16,0-30 0,0 3 0,0 0 0,2 1 0,0 2 0,0 9 0,0 11 0,-2 11 0,1 11 0,3 7 0,3 7 0,6 2 0,4 1 0,3 0 0,1 0 0,3 0 0,8-2 0,16-5 0,-14 2 0,3-1 0,9-1 0,4 0 0,9 1 0,4 1-324,-15 2 0,1 1 0,1 1 324,6 0 0,1 0 0,3 1 0,-10 0 0,1 0 0,2 0 0,1 0-536,5 0 0,1 0 0,1 0 0,0 0 536,0 0 0,1 0 0,-1 0 0,0 0 0,-3 0 0,0 0 0,-1 0 0,-2 0-89,8 0 0,-3 0 0,-3 0 89,6 0 0,-6 0 0,-15 0 0,-6 0 0,3 0 851,-23 0-851,-6 0 2216,2 0-2216,6 0 316,12 0-316,5 0 0,1 0 0,-7 0 0,-8 0 0,-6 0 0,-7 5 0,-3 19 0,-4 31 0,0-10 0,-1 4 0,0 14 0,0 4-247,0-21 1,0 0 0,0 2 246,0 2 0,0 1 0,0 0 0,-1-1 0,1-1 0,0 0 0,-1-1 0,-1-1 0,1 0 0,0 0 0,-1 0 0,0-1-25,-1 16 0,0-2 25,0 0 0,0 0 0,1-5 0,-1-2 0,1-2 0,0-2 0,0-4 0,0-3 0,1-5 0,0-2 0,-1 23 737,0-6-737,-2 0 52,-1 7-52,2-25 0,1 1 0,-1 2 0,-1 2 0,1 3 0,0 0 0,0 2 0,-1-1 0,0-1 0,0 0 0,1-3 0,0 0 0,0-5 0,0-2 0,-1 26 0,2-7 0,1-7 0,1-5 0,0-5 0,0-6 0,0-4 0,0-4 0,0-2 0,0-2 0,0 0 0,0 0 0,0-4 0,0-2 0,0-3 0,-2-2 0,-3 1 0,-5-1 0,-6 0 0,-8-2 0,-10-1 0,-17-1 0,17-1 0,-3 0 0,-9 0 0,-2 0 0,-9 0 0,-2 0 0,-4 0 0,1 0 0,0-3 0,0 0 0,1-3 0,0-1 0,3-1 0,2-1 0,0 0 0,1 0 0,2 2 0,1 2 0,5 2 0,1 0 0,4 2 0,1 0 0,5 1 0,1 0 0,-24 0 0,10 0 0,7 0 0,4 0 0,2 0 0,-4 0 0,-5 0 0,-5 0 0,-4 0 0,-1 0 0,4 0 0,6 0 0,7 0 0,9 0 0,6 0 0,4 0 0,4 0 0,0 0 0,2 1 0,0 2 0,0 1 0,-3 2 0,-1 2 0,-4 2 0,-3 0 0,0 2 0,3-4 0,5-2 0,8-3 0,4-1 0</inkml:trace>
  <inkml:trace contextRef="#ctx0" brushRef="#br0" timeOffset="149981">17672 9045 24575,'0'-31'0,"0"-14"0,0-15 0,0 24 0,0-2 0,0-1 0,0-2 0,0 0 0,0 0 0,0 2 0,0 0 0,0 4 0,0 0 0,-3-25 0,-1 14 0,0 12 0,1 11 0,3 9 0,0 3 0,0 0 0,1-5 0,1-8 0,3-6 0,1-5 0,-1 5 0,-1 7 0,-1 9 0,1 6 0,2 3 0,7 1 0,7 0 0,11 1 0,20 1 0,-16 1 0,4 1 0,9 0 0,3 0 0,5 0 0,2 0 0,2 0 0,0 0 0,-1 0 0,-1 0 0,-4 0 0,-1 0 0,-3 0 0,-1 0 0,-5 0 0,-1 0 0,-4 0 0,0 0 0,-4 0 0,-1 0 0,29 0 0,-6 0 0,-2 0 0,2 0 0,2 0 0,4 0 0,2 0 0,-1 0 0,-30 0 0,1 0 0,0 0 0,1 0 0,2 0 0,-1 0 0,1 0 0,0 0 0,-2 0 0,0 0 0,0 0 0,-1 0 0,0 0 0,-1 0 0,1 0 0,0 0 0,0 0 0,1 2 0,-1 0 0,0 1 0,2 2 0,1 1 0,0 0 0,1 1 0,1-1 0,1 1 0,2-2 0,-1 0 0,1 0 0,-1 0 0,2 0 0,0 0 0,-1 1 0,-1-1 0,-1 1 0,-1-1 0,-1 1 0,-1-1 0,0 0 0,-1-1 0,0 0 0,-1 0 0,-2 0 0,0 1 0,26 3 0,-4 0 0,-2 2 0,4 1 0,-26-5 0,0 0 0,1 0 0,1 0 0,0 0 0,-1 0 0,0 0 0,-1 0 0,23 4 0,-12-3 0,-13-2 0,-12-2 0,-7 1 0,-6 2 0,-3 2 0,-2 9 0,1 10 0,-1 17 0,0 18 0,0-25 0,0 1 0,0 2 0,0 0 0,0-2 0,0-2 0,0 27 0,0-14 0,0-13 0,-1-11 0,-2-6 0,-3-3 0,-4 0 0,-3 0 0,-2-1 0,-6-1 0,-7 0 0,-10 0 0,-13 1 0,-11 0 0,25-8 0,-2 0 0,-7 1 0,-1-1 0,-7 1 0,-4-1 0,13-1 0,-2-1 0,-2 1-350,-4-1 0,-1 0 0,-1 0 350,0 0 0,0 0 0,0 1 0,-2 0 0,0 0 0,1 0 0,2 0 0,0 0 0,1 0 0,1 1 0,0 0 0,0 0 0,0 0 0,1-1 0,1 1 0,3 0 0,1 0 0,1-1-169,-20 4 1,1 0 168,4-1 0,1 1 0,-1-1 0,1 1 0,2-1 0,0 1 0,1-2 0,1 1 0,2-1 0,1-2 0,3 0 0,0-2 0,2-1 0,0-1 0,-3-1 0,0 0 0,0-1 0,-1 0 0,-7 0 0,-1 0 0,1 0 0,0 0 0,1-2 0,0-1 0,-2-1 0,2-2 0,5-2 0,2-2 516,0-2 0,2-1-516,4-1 0,3-1 177,5 0 1,3 0-178,-23-14 0,12 2 0,7 5 0,3 3 0,0 3 0,-1 4 0,-1 3 0,-1 4 0,1 3 0,5 0 0,7 2 0,12 0 0,7 0 0</inkml:trace>
  <inkml:trace contextRef="#ctx0" brushRef="#br0" timeOffset="162079">16035 8190 8191,'-13'0'0,"6"2"5063,1 2-5063,6 10 2818,0 11-2818,0 14 1719,0 20-1719,0-25 0,0 1 3392,0 4 0,0 0-3392,0 1 0,0-1 0,-2-2 0,0-1 0,-1-1 0,-1-1 0,0-1 0,-2-1 0,1 0 0,-1 1 0,-4 28 0,3-3 0,3-3 0,3-3 0,1 0 0,0-4 0,1-7 0,4-11 0,10-9 0,11-7 0,12-5 0,20-4 0,-24-7 0,2-1 0,7-4 0,2-3 0,5-2 0,2-2 0,0-2 0,1-1 0,0 1 0,-2 1 0,-4 1 0,-3 2 0,-7 1 0,-2 1 0,20-6 0,-14 5 0,-11 3 0,-9 2 0,-6 1 0,-7-1 0,-3-6 0,-3-8 0,-2-9 0,0-12 0,0-7 0,-2-5 0,0-4 0,0 0 0,0-3 0,2 0 0,0 4 0,2 5 0,1 8 0,0 7 0,1 6 0,-3 9 0,0 5 0,-1 5 0,1 2 0,1 0 0,0 1 0,1-1 0,-2-1 0,1 1 0,0-1 0,-1 0 0,1 0 0,-3 4 0,-2 2 0,-8 3 0,-12 0 0,-13 0 0,-22 1 0,19 0 0,-2 0 0,-8 0 0,-3 0 0,-6 0 0,-2 0 0,0 0 0,0 0 0,-1 0 0,1 0 0,3 0 0,3 0 0,8 0 0,2 0 0,8 0 0,4 0 0,-6 2 0,21-2 0,11 1 0</inkml:trace>
  <inkml:trace contextRef="#ctx0" brushRef="#br0" timeOffset="166114">23861 7621 24575,'0'-11'0,"0"-5"0,0-6 0,0-3 0,0-4 0,0 1 0,-2 1 0,-1 1 0,-4 3 0,-3 2 0,-2 1 0,0 3 0,1 0 0,0 2 0,3 0 0,0 1 0,1 2 0,2 3 0,1 1 0,3 3 0,13 1 0,17 3 0,15 1 0,10 0 0,-2 1 0,-6 1 0,-9 2 0,-8 1 0,-6 1 0,-3-2 0,0-2 0,-1-1 0,-1-1 0,-1 0 0,-1 0 0,3 0 0,-1 0 0,0 0 0,-4 2 0,-5 1 0,-3 3 0,-4 4 0,0 6 0,0 4 0,1 6 0,2 3 0,0 0 0,1 1 0,1-1 0,0-1 0,-2-3 0,-2-3 0,-3-4 0,2-4 0,-1-2 0,1-1 0,-1 0 0,-1-1 0,0-1 0,0 1 0,0-3 0,-1-2 0,-9-1 0,-11-2 0,-14 0 0,-9 0 0,2 0 0,4-1 0,7-1 0,4 0 0,5 0 0,2 0 0,3 0 0,3 1 0,2 1 0,2-1 0,2 0 0,-1 0 0,0 0 0,-2 1 0,-2 1 0,1 0 0,6-2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1F3128-546E-8F4B-BFBA-8274C74580BE}" type="datetimeFigureOut">
              <a:rPr lang="en-US" smtClean="0"/>
              <a:t>3/25/26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0A89E1-F3EE-3C48-88E4-A6B36CC5B767}" type="slidenum">
              <a:rPr lang="en-US" smtClean="0"/>
              <a:t>‹#›</a:t>
            </a:fld>
            <a:endParaRPr lang="en-US"/>
          </a:p>
        </p:txBody>
      </p:sp>
    </p:spTree>
    <p:extLst>
      <p:ext uri="{BB962C8B-B14F-4D97-AF65-F5344CB8AC3E}">
        <p14:creationId xmlns:p14="http://schemas.microsoft.com/office/powerpoint/2010/main" val="1401456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dual process theory for cognition states that we can think our mind as…</a:t>
            </a:r>
          </a:p>
          <a:p>
            <a:endParaRPr lang="en-US"/>
          </a:p>
          <a:p>
            <a:r>
              <a:rPr lang="en-US"/>
              <a:t>…two separate systems.</a:t>
            </a:r>
          </a:p>
          <a:p>
            <a:endParaRPr lang="en-US"/>
          </a:p>
          <a:p>
            <a:r>
              <a:rPr lang="en-US"/>
              <a:t>The first system, commonly called ”System 1” in the literature is our unconscious mind.  It is responsible for automatic, autonomous action.</a:t>
            </a:r>
          </a:p>
          <a:p>
            <a:endParaRPr lang="en-US"/>
          </a:p>
          <a:p>
            <a:r>
              <a:rPr lang="en-US"/>
              <a:t>In contrast, the second system, “System 2” is our conscious mind, responsible for deliberate, reason-based action.  You will see in the literature these systems referred to as the “emotional” and “rational” minds respectively although I find these a bit misleading since the words imply that System 1 is responsible for, in quotes, irrational, emotional behavior, in the pejorative sense.  A better view of the systems come from the observation that most of our actions, e.g., breathing, blinking, activating muscles to move a limb, are all automatic in nature and thus governed by System 1.  Ironically, while System 2 is the thoughtful, “conscious” process, it is less responsible for the sum of our actions.</a:t>
            </a:r>
          </a:p>
          <a:p>
            <a:endParaRPr lang="en-US"/>
          </a:p>
          <a:p>
            <a:r>
              <a:rPr lang="en-US"/>
              <a:t>For our purposes, we can draw a distinction between these two systems for the purposes of usability.  Anything that system 1 tackles is easy to our user, and anything that system 2 tackles is hard.  This seems like a gross exaggeration, but think about it: system 1, by definition, handles automatic function.  Automatic function for a user is, by definition, just that, it happens without conscious effort or thought.  In contrast, system 2 governs thinking and deliberation.  Anything that system 2 handles will be noticed by a user and perceived to take conscious thought.</a:t>
            </a:r>
          </a:p>
        </p:txBody>
      </p:sp>
      <p:sp>
        <p:nvSpPr>
          <p:cNvPr id="4" name="Slide Number Placeholder 3"/>
          <p:cNvSpPr>
            <a:spLocks noGrp="1"/>
          </p:cNvSpPr>
          <p:nvPr>
            <p:ph type="sldNum" sz="quarter" idx="5"/>
          </p:nvPr>
        </p:nvSpPr>
        <p:spPr/>
        <p:txBody>
          <a:bodyPr/>
          <a:lstStyle/>
          <a:p>
            <a:fld id="{13FBC787-E817-A140-AFA1-9DC642349835}" type="slidenum">
              <a:rPr lang="en-US" smtClean="0"/>
              <a:t>7</a:t>
            </a:fld>
            <a:endParaRPr lang="en-US"/>
          </a:p>
        </p:txBody>
      </p:sp>
    </p:spTree>
    <p:extLst>
      <p:ext uri="{BB962C8B-B14F-4D97-AF65-F5344CB8AC3E}">
        <p14:creationId xmlns:p14="http://schemas.microsoft.com/office/powerpoint/2010/main" val="3426001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does learning factor into conscious and unconscious thought?  We observe that as a person becomes skilled at a task, they move between unconscious to conscious reasoning and then, somewhat counterintuitively, back to unconscious reasoning again!  Let’s consider a timeline of a person’s development of a skill.</a:t>
            </a:r>
          </a:p>
          <a:p>
            <a:endParaRPr lang="en-US"/>
          </a:p>
          <a:p>
            <a:r>
              <a:rPr lang="en-US"/>
              <a:t>Initially, they begin in the unconscious incompetence phase.</a:t>
            </a:r>
          </a:p>
          <a:p>
            <a:endParaRPr lang="en-US"/>
          </a:p>
          <a:p>
            <a:r>
              <a:rPr lang="en-US"/>
              <a:t>They both don’t know how to perform the task and they don’t know that fact.  This state may be benign in the sense that the person is simply not able to perform the task and not sure how to proceed forward.  However, being in this state may be also lead to a false sense of expertise, a phenomena called the Dunning-Kruger effect.</a:t>
            </a:r>
          </a:p>
          <a:p>
            <a:endParaRPr lang="en-US"/>
          </a:p>
          <a:p>
            <a:r>
              <a:rPr lang="en-US"/>
              <a:t>Next a person enters the conscious incompetence phase.</a:t>
            </a:r>
          </a:p>
          <a:p>
            <a:endParaRPr lang="en-US"/>
          </a:p>
          <a:p>
            <a:r>
              <a:rPr lang="en-US"/>
              <a:t>A person progress by realizing their own shortcomings and striving to get better.  They may be succeeding at the task at times, but it is rarely and with great mental effort.</a:t>
            </a:r>
          </a:p>
          <a:p>
            <a:endParaRPr lang="en-US"/>
          </a:p>
          <a:p>
            <a:r>
              <a:rPr lang="en-US"/>
              <a:t>Eventually the person enters the conscious competence phase…</a:t>
            </a:r>
          </a:p>
          <a:p>
            <a:endParaRPr lang="en-US"/>
          </a:p>
          <a:p>
            <a:r>
              <a:rPr lang="en-US"/>
              <a:t>… where they are able to to perform the skill consistently but with some mental effort. </a:t>
            </a:r>
          </a:p>
          <a:p>
            <a:endParaRPr lang="en-US"/>
          </a:p>
          <a:p>
            <a:r>
              <a:rPr lang="en-US"/>
              <a:t>Finally, the person enters the unconscious competence phase.</a:t>
            </a:r>
          </a:p>
          <a:p>
            <a:endParaRPr lang="en-US"/>
          </a:p>
          <a:p>
            <a:r>
              <a:rPr lang="en-US"/>
              <a:t>They are proficient enough that the skill comes automatically to them and without much, if any, conscious effort.</a:t>
            </a:r>
          </a:p>
        </p:txBody>
      </p:sp>
      <p:sp>
        <p:nvSpPr>
          <p:cNvPr id="4" name="Slide Number Placeholder 3"/>
          <p:cNvSpPr>
            <a:spLocks noGrp="1"/>
          </p:cNvSpPr>
          <p:nvPr>
            <p:ph type="sldNum" sz="quarter" idx="5"/>
          </p:nvPr>
        </p:nvSpPr>
        <p:spPr/>
        <p:txBody>
          <a:bodyPr/>
          <a:lstStyle/>
          <a:p>
            <a:fld id="{13FBC787-E817-A140-AFA1-9DC642349835}" type="slidenum">
              <a:rPr lang="en-US" smtClean="0"/>
              <a:t>8</a:t>
            </a:fld>
            <a:endParaRPr lang="en-US"/>
          </a:p>
        </p:txBody>
      </p:sp>
    </p:spTree>
    <p:extLst>
      <p:ext uri="{BB962C8B-B14F-4D97-AF65-F5344CB8AC3E}">
        <p14:creationId xmlns:p14="http://schemas.microsoft.com/office/powerpoint/2010/main" val="2182621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 this timeline established, let’s now consider a person’s confidence in their skills as they progress through these phases.  Let’s consider the example of a person learning a musical instrument.</a:t>
            </a:r>
          </a:p>
          <a:p>
            <a:endParaRPr lang="en-US"/>
          </a:p>
          <a:p>
            <a:r>
              <a:rPr lang="en-US"/>
              <a:t>In the unconscious incompetence phase, a person is not even aware of their shortcomings.  I like to think of this as the “honeymoon” phase.  In the context of learning a musical instrument, initially you will find great joy in simply making noise.  Maybe you learn some of your favorite pop songs by ear or by buying a book, but your knowledge of music and the potential for your instrument is limited.</a:t>
            </a:r>
          </a:p>
          <a:p>
            <a:endParaRPr lang="en-US"/>
          </a:p>
          <a:p>
            <a:r>
              <a:rPr lang="en-US"/>
              <a:t>Some people end their journey in music in this first phase.  Others get “bit by the bug” and want to take their skills to the next level.  They do research, they start taking lessons, they enter the conscious incompetence phase where they become faced with the reality that they weren’t as good as they once thought!  Their confidence plummets as a result.  If the person didn’t quit once they learned a few pop songs, it is very likely they’ll quit once they are faced with the reality of the practice grind.</a:t>
            </a:r>
          </a:p>
          <a:p>
            <a:endParaRPr lang="en-US"/>
          </a:p>
          <a:p>
            <a:r>
              <a:rPr lang="en-US"/>
              <a:t>However, some people push ahead.  They get to the point where they are consciously competent in their instrument.  They can do pick up new tunes quickly, but it takes them some effort to rehearse them all.  But as a result, their confidence goes up.</a:t>
            </a:r>
          </a:p>
          <a:p>
            <a:endParaRPr lang="en-US"/>
          </a:p>
          <a:p>
            <a:r>
              <a:rPr lang="en-US"/>
              <a:t>Eventually, they reach the point where their instrument is an extension of their being.  They can hear musical ideas and then translate them into their instrument without conscious effort.  As a result, their confidence is high—playing music is as guaranteed as breathing is to these individuals.</a:t>
            </a:r>
          </a:p>
          <a:p>
            <a:endParaRPr lang="en-US"/>
          </a:p>
          <a:p>
            <a:r>
              <a:rPr lang="en-US"/>
              <a:t>As designers, understanding the trajectory of a person’s confidence as they learn a new skills is important because it translates to their enjoyment of the skill.  Learning requires time and effort, and that work may deter people from using a tool that requires them to invest too much time up front to gain tangible benefits.</a:t>
            </a:r>
          </a:p>
          <a:p>
            <a:endParaRPr lang="en-US"/>
          </a:p>
          <a:p>
            <a:r>
              <a:rPr lang="en-US"/>
              <a:t>As an aside, teaching almost follows this curve.  People that are unconsciously incompetent are particularly scary due to the Dunning-Kruger effect: they tell people the wrong things but sound really confident about it.  Interestingly enough, though, the problem arises when we reach the unconscious competence phase.  Someone for whom a skill is second nature is not necessarily the best teacher of said skill!   This is an explanation of the phrase “well the proof of this fact is intuitively obvious” in mathematics.  For a person who has mastered the skill of mathematical proof, it is genuinely intuitively obvious.  However, they have forgotten with their unconscious competence that others may not feel the same way.</a:t>
            </a:r>
          </a:p>
        </p:txBody>
      </p:sp>
      <p:sp>
        <p:nvSpPr>
          <p:cNvPr id="4" name="Slide Number Placeholder 3"/>
          <p:cNvSpPr>
            <a:spLocks noGrp="1"/>
          </p:cNvSpPr>
          <p:nvPr>
            <p:ph type="sldNum" sz="quarter" idx="5"/>
          </p:nvPr>
        </p:nvSpPr>
        <p:spPr/>
        <p:txBody>
          <a:bodyPr/>
          <a:lstStyle/>
          <a:p>
            <a:fld id="{13FBC787-E817-A140-AFA1-9DC642349835}" type="slidenum">
              <a:rPr lang="en-US" smtClean="0"/>
              <a:t>9</a:t>
            </a:fld>
            <a:endParaRPr lang="en-US"/>
          </a:p>
        </p:txBody>
      </p:sp>
    </p:spTree>
    <p:extLst>
      <p:ext uri="{BB962C8B-B14F-4D97-AF65-F5344CB8AC3E}">
        <p14:creationId xmlns:p14="http://schemas.microsoft.com/office/powerpoint/2010/main" val="3582230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0A89E1-F3EE-3C48-88E4-A6B36CC5B767}" type="slidenum">
              <a:rPr lang="en-US" smtClean="0"/>
              <a:t>11</a:t>
            </a:fld>
            <a:endParaRPr lang="en-US"/>
          </a:p>
        </p:txBody>
      </p:sp>
    </p:spTree>
    <p:extLst>
      <p:ext uri="{BB962C8B-B14F-4D97-AF65-F5344CB8AC3E}">
        <p14:creationId xmlns:p14="http://schemas.microsoft.com/office/powerpoint/2010/main" val="2238831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BD132-61B2-B89A-9A56-F33E47E1CCFD}"/>
              </a:ext>
            </a:extLst>
          </p:cNvPr>
          <p:cNvSpPr>
            <a:spLocks noGrp="1"/>
          </p:cNvSpPr>
          <p:nvPr>
            <p:ph type="ctrTitle"/>
          </p:nvPr>
        </p:nvSpPr>
        <p:spPr>
          <a:xfrm>
            <a:off x="1524000" y="1122363"/>
            <a:ext cx="9144000" cy="2387600"/>
          </a:xfrm>
        </p:spPr>
        <p:txBody>
          <a:bodyPr anchor="b"/>
          <a:lstStyle>
            <a:lvl1pPr algn="ctr">
              <a:defRPr sz="60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E53113F8-1F31-19D5-B337-759CC5652A28}"/>
              </a:ext>
            </a:extLst>
          </p:cNvPr>
          <p:cNvSpPr>
            <a:spLocks noGrp="1"/>
          </p:cNvSpPr>
          <p:nvPr>
            <p:ph type="subTitle" idx="1"/>
          </p:nvPr>
        </p:nvSpPr>
        <p:spPr>
          <a:xfrm>
            <a:off x="1524000" y="3602038"/>
            <a:ext cx="9144000" cy="1655762"/>
          </a:xfrm>
        </p:spPr>
        <p:txBody>
          <a:bodyPr/>
          <a:lstStyle>
            <a:lvl1pPr marL="0" indent="0" algn="ctr">
              <a:buNone/>
              <a:defRPr sz="2400" i="1">
                <a:solidFill>
                  <a:schemeClr val="accent6">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E0C0AD-0015-3C3C-149C-07A68F8726E2}"/>
              </a:ext>
            </a:extLst>
          </p:cNvPr>
          <p:cNvSpPr>
            <a:spLocks noGrp="1"/>
          </p:cNvSpPr>
          <p:nvPr>
            <p:ph type="dt" sz="half" idx="10"/>
          </p:nvPr>
        </p:nvSpPr>
        <p:spPr/>
        <p:txBody>
          <a:bodyPr/>
          <a:lstStyle/>
          <a:p>
            <a:fld id="{4FBB255C-FDC2-874F-884C-9F77C80767D4}" type="datetimeFigureOut">
              <a:rPr lang="en-US" smtClean="0"/>
              <a:t>3/25/26</a:t>
            </a:fld>
            <a:endParaRPr lang="en-US"/>
          </a:p>
        </p:txBody>
      </p:sp>
      <p:sp>
        <p:nvSpPr>
          <p:cNvPr id="5" name="Footer Placeholder 4">
            <a:extLst>
              <a:ext uri="{FF2B5EF4-FFF2-40B4-BE49-F238E27FC236}">
                <a16:creationId xmlns:a16="http://schemas.microsoft.com/office/drawing/2014/main" id="{75E25D2F-5B02-FDE9-42A6-1AC027C9A0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6BB9E6-6617-6E5A-2187-BEE329490C50}"/>
              </a:ext>
            </a:extLst>
          </p:cNvPr>
          <p:cNvSpPr>
            <a:spLocks noGrp="1"/>
          </p:cNvSpPr>
          <p:nvPr>
            <p:ph type="sldNum" sz="quarter" idx="12"/>
          </p:nvPr>
        </p:nvSpPr>
        <p:spPr/>
        <p:txBody>
          <a:bodyPr/>
          <a:lstStyle/>
          <a:p>
            <a:fld id="{AAAA42C2-D053-6947-89D3-E6B8C1EB5A0F}" type="slidenum">
              <a:rPr lang="en-US" smtClean="0"/>
              <a:t>‹#›</a:t>
            </a:fld>
            <a:endParaRPr lang="en-US"/>
          </a:p>
        </p:txBody>
      </p:sp>
    </p:spTree>
    <p:extLst>
      <p:ext uri="{BB962C8B-B14F-4D97-AF65-F5344CB8AC3E}">
        <p14:creationId xmlns:p14="http://schemas.microsoft.com/office/powerpoint/2010/main" val="2326495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5DA5F-677D-8D5C-8695-AA49E262F5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5EE4D3-CEAE-3375-369E-6CBAF01520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B584B0-2103-6E53-5960-D0E9B6B68EBE}"/>
              </a:ext>
            </a:extLst>
          </p:cNvPr>
          <p:cNvSpPr>
            <a:spLocks noGrp="1"/>
          </p:cNvSpPr>
          <p:nvPr>
            <p:ph type="dt" sz="half" idx="10"/>
          </p:nvPr>
        </p:nvSpPr>
        <p:spPr/>
        <p:txBody>
          <a:bodyPr/>
          <a:lstStyle/>
          <a:p>
            <a:fld id="{4FBB255C-FDC2-874F-884C-9F77C80767D4}" type="datetimeFigureOut">
              <a:rPr lang="en-US" smtClean="0"/>
              <a:t>3/25/26</a:t>
            </a:fld>
            <a:endParaRPr lang="en-US"/>
          </a:p>
        </p:txBody>
      </p:sp>
      <p:sp>
        <p:nvSpPr>
          <p:cNvPr id="5" name="Footer Placeholder 4">
            <a:extLst>
              <a:ext uri="{FF2B5EF4-FFF2-40B4-BE49-F238E27FC236}">
                <a16:creationId xmlns:a16="http://schemas.microsoft.com/office/drawing/2014/main" id="{F0A0CB59-E3B4-6C67-C822-6B9DAD24EF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633F8A-A334-86E2-A0E6-089D0438C00A}"/>
              </a:ext>
            </a:extLst>
          </p:cNvPr>
          <p:cNvSpPr>
            <a:spLocks noGrp="1"/>
          </p:cNvSpPr>
          <p:nvPr>
            <p:ph type="sldNum" sz="quarter" idx="12"/>
          </p:nvPr>
        </p:nvSpPr>
        <p:spPr/>
        <p:txBody>
          <a:bodyPr/>
          <a:lstStyle/>
          <a:p>
            <a:fld id="{AAAA42C2-D053-6947-89D3-E6B8C1EB5A0F}" type="slidenum">
              <a:rPr lang="en-US" smtClean="0"/>
              <a:t>‹#›</a:t>
            </a:fld>
            <a:endParaRPr lang="en-US"/>
          </a:p>
        </p:txBody>
      </p:sp>
    </p:spTree>
    <p:extLst>
      <p:ext uri="{BB962C8B-B14F-4D97-AF65-F5344CB8AC3E}">
        <p14:creationId xmlns:p14="http://schemas.microsoft.com/office/powerpoint/2010/main" val="292367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E7797-7AE0-A8FF-D5C3-19054285A5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B238F29-29B7-ED56-FF13-9F47063E14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8BF98D-9814-932F-6F18-E49FEA3DE8AE}"/>
              </a:ext>
            </a:extLst>
          </p:cNvPr>
          <p:cNvSpPr>
            <a:spLocks noGrp="1"/>
          </p:cNvSpPr>
          <p:nvPr>
            <p:ph type="dt" sz="half" idx="10"/>
          </p:nvPr>
        </p:nvSpPr>
        <p:spPr/>
        <p:txBody>
          <a:bodyPr/>
          <a:lstStyle/>
          <a:p>
            <a:fld id="{4FBB255C-FDC2-874F-884C-9F77C80767D4}" type="datetimeFigureOut">
              <a:rPr lang="en-US" smtClean="0"/>
              <a:t>3/25/26</a:t>
            </a:fld>
            <a:endParaRPr lang="en-US"/>
          </a:p>
        </p:txBody>
      </p:sp>
      <p:sp>
        <p:nvSpPr>
          <p:cNvPr id="5" name="Footer Placeholder 4">
            <a:extLst>
              <a:ext uri="{FF2B5EF4-FFF2-40B4-BE49-F238E27FC236}">
                <a16:creationId xmlns:a16="http://schemas.microsoft.com/office/drawing/2014/main" id="{C1F82803-2675-CB0C-6A65-8419BD33CA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773443-64CB-BBEF-B08F-97E5D01ED398}"/>
              </a:ext>
            </a:extLst>
          </p:cNvPr>
          <p:cNvSpPr>
            <a:spLocks noGrp="1"/>
          </p:cNvSpPr>
          <p:nvPr>
            <p:ph type="sldNum" sz="quarter" idx="12"/>
          </p:nvPr>
        </p:nvSpPr>
        <p:spPr/>
        <p:txBody>
          <a:bodyPr/>
          <a:lstStyle/>
          <a:p>
            <a:fld id="{AAAA42C2-D053-6947-89D3-E6B8C1EB5A0F}" type="slidenum">
              <a:rPr lang="en-US" smtClean="0"/>
              <a:t>‹#›</a:t>
            </a:fld>
            <a:endParaRPr lang="en-US"/>
          </a:p>
        </p:txBody>
      </p:sp>
    </p:spTree>
    <p:extLst>
      <p:ext uri="{BB962C8B-B14F-4D97-AF65-F5344CB8AC3E}">
        <p14:creationId xmlns:p14="http://schemas.microsoft.com/office/powerpoint/2010/main" val="1659501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CAA48-606C-AB5C-6284-F3E0A3392B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846A88-ED94-4513-D98F-13BF21736D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B049A6C-34C4-5900-714A-E31D5050A5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117B56-3B1F-B7C6-02A1-1D56169FB8EB}"/>
              </a:ext>
            </a:extLst>
          </p:cNvPr>
          <p:cNvSpPr>
            <a:spLocks noGrp="1"/>
          </p:cNvSpPr>
          <p:nvPr>
            <p:ph type="dt" sz="half" idx="10"/>
          </p:nvPr>
        </p:nvSpPr>
        <p:spPr/>
        <p:txBody>
          <a:bodyPr/>
          <a:lstStyle/>
          <a:p>
            <a:fld id="{4FBB255C-FDC2-874F-884C-9F77C80767D4}" type="datetimeFigureOut">
              <a:rPr lang="en-US" smtClean="0"/>
              <a:t>3/25/26</a:t>
            </a:fld>
            <a:endParaRPr lang="en-US"/>
          </a:p>
        </p:txBody>
      </p:sp>
      <p:sp>
        <p:nvSpPr>
          <p:cNvPr id="6" name="Footer Placeholder 5">
            <a:extLst>
              <a:ext uri="{FF2B5EF4-FFF2-40B4-BE49-F238E27FC236}">
                <a16:creationId xmlns:a16="http://schemas.microsoft.com/office/drawing/2014/main" id="{E63CBEEC-1449-5573-13DD-1BF8FBDFE8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5DCC1A-0D70-FEE4-B447-4325D80E0245}"/>
              </a:ext>
            </a:extLst>
          </p:cNvPr>
          <p:cNvSpPr>
            <a:spLocks noGrp="1"/>
          </p:cNvSpPr>
          <p:nvPr>
            <p:ph type="sldNum" sz="quarter" idx="12"/>
          </p:nvPr>
        </p:nvSpPr>
        <p:spPr/>
        <p:txBody>
          <a:bodyPr/>
          <a:lstStyle/>
          <a:p>
            <a:fld id="{AAAA42C2-D053-6947-89D3-E6B8C1EB5A0F}" type="slidenum">
              <a:rPr lang="en-US" smtClean="0"/>
              <a:t>‹#›</a:t>
            </a:fld>
            <a:endParaRPr lang="en-US"/>
          </a:p>
        </p:txBody>
      </p:sp>
    </p:spTree>
    <p:extLst>
      <p:ext uri="{BB962C8B-B14F-4D97-AF65-F5344CB8AC3E}">
        <p14:creationId xmlns:p14="http://schemas.microsoft.com/office/powerpoint/2010/main" val="3556599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57FF6-EC5D-22EE-3102-E0FA6D8DED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6DA052-E0D0-CDE9-BBB1-0C70464407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3429FB-3CB3-0A8F-D3A6-3A1B05A23B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76F094-988B-F8AA-CDDD-655636F6EA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4FFA49-12CE-3EAE-D603-C40085F471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B1CA38-3F80-5D5F-200F-E0055F6D4734}"/>
              </a:ext>
            </a:extLst>
          </p:cNvPr>
          <p:cNvSpPr>
            <a:spLocks noGrp="1"/>
          </p:cNvSpPr>
          <p:nvPr>
            <p:ph type="dt" sz="half" idx="10"/>
          </p:nvPr>
        </p:nvSpPr>
        <p:spPr/>
        <p:txBody>
          <a:bodyPr/>
          <a:lstStyle/>
          <a:p>
            <a:fld id="{4FBB255C-FDC2-874F-884C-9F77C80767D4}" type="datetimeFigureOut">
              <a:rPr lang="en-US" smtClean="0"/>
              <a:t>3/25/26</a:t>
            </a:fld>
            <a:endParaRPr lang="en-US"/>
          </a:p>
        </p:txBody>
      </p:sp>
      <p:sp>
        <p:nvSpPr>
          <p:cNvPr id="8" name="Footer Placeholder 7">
            <a:extLst>
              <a:ext uri="{FF2B5EF4-FFF2-40B4-BE49-F238E27FC236}">
                <a16:creationId xmlns:a16="http://schemas.microsoft.com/office/drawing/2014/main" id="{273C9C81-9613-FCB6-EA4C-97F35458969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90BA67E-596C-8D9F-D875-A2CD9C1B6FFB}"/>
              </a:ext>
            </a:extLst>
          </p:cNvPr>
          <p:cNvSpPr>
            <a:spLocks noGrp="1"/>
          </p:cNvSpPr>
          <p:nvPr>
            <p:ph type="sldNum" sz="quarter" idx="12"/>
          </p:nvPr>
        </p:nvSpPr>
        <p:spPr/>
        <p:txBody>
          <a:bodyPr/>
          <a:lstStyle/>
          <a:p>
            <a:fld id="{AAAA42C2-D053-6947-89D3-E6B8C1EB5A0F}" type="slidenum">
              <a:rPr lang="en-US" smtClean="0"/>
              <a:t>‹#›</a:t>
            </a:fld>
            <a:endParaRPr lang="en-US"/>
          </a:p>
        </p:txBody>
      </p:sp>
    </p:spTree>
    <p:extLst>
      <p:ext uri="{BB962C8B-B14F-4D97-AF65-F5344CB8AC3E}">
        <p14:creationId xmlns:p14="http://schemas.microsoft.com/office/powerpoint/2010/main" val="2888296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FD769-940E-7A10-F621-7870A8160A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1E9075-91F0-47CB-8B70-FFD04C42E0DE}"/>
              </a:ext>
            </a:extLst>
          </p:cNvPr>
          <p:cNvSpPr>
            <a:spLocks noGrp="1"/>
          </p:cNvSpPr>
          <p:nvPr>
            <p:ph type="dt" sz="half" idx="10"/>
          </p:nvPr>
        </p:nvSpPr>
        <p:spPr/>
        <p:txBody>
          <a:bodyPr/>
          <a:lstStyle/>
          <a:p>
            <a:fld id="{4FBB255C-FDC2-874F-884C-9F77C80767D4}" type="datetimeFigureOut">
              <a:rPr lang="en-US" smtClean="0"/>
              <a:t>3/25/26</a:t>
            </a:fld>
            <a:endParaRPr lang="en-US"/>
          </a:p>
        </p:txBody>
      </p:sp>
      <p:sp>
        <p:nvSpPr>
          <p:cNvPr id="4" name="Footer Placeholder 3">
            <a:extLst>
              <a:ext uri="{FF2B5EF4-FFF2-40B4-BE49-F238E27FC236}">
                <a16:creationId xmlns:a16="http://schemas.microsoft.com/office/drawing/2014/main" id="{58C9778A-ECC1-07AF-CF30-C91E5D7161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676948E-EDAE-F4CA-B8C0-100190D2D40F}"/>
              </a:ext>
            </a:extLst>
          </p:cNvPr>
          <p:cNvSpPr>
            <a:spLocks noGrp="1"/>
          </p:cNvSpPr>
          <p:nvPr>
            <p:ph type="sldNum" sz="quarter" idx="12"/>
          </p:nvPr>
        </p:nvSpPr>
        <p:spPr/>
        <p:txBody>
          <a:bodyPr/>
          <a:lstStyle/>
          <a:p>
            <a:fld id="{AAAA42C2-D053-6947-89D3-E6B8C1EB5A0F}" type="slidenum">
              <a:rPr lang="en-US" smtClean="0"/>
              <a:t>‹#›</a:t>
            </a:fld>
            <a:endParaRPr lang="en-US"/>
          </a:p>
        </p:txBody>
      </p:sp>
    </p:spTree>
    <p:extLst>
      <p:ext uri="{BB962C8B-B14F-4D97-AF65-F5344CB8AC3E}">
        <p14:creationId xmlns:p14="http://schemas.microsoft.com/office/powerpoint/2010/main" val="1574296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90CB76-6EBD-CDD2-97C1-B7665FF24950}"/>
              </a:ext>
            </a:extLst>
          </p:cNvPr>
          <p:cNvSpPr>
            <a:spLocks noGrp="1"/>
          </p:cNvSpPr>
          <p:nvPr>
            <p:ph type="dt" sz="half" idx="10"/>
          </p:nvPr>
        </p:nvSpPr>
        <p:spPr/>
        <p:txBody>
          <a:bodyPr/>
          <a:lstStyle/>
          <a:p>
            <a:fld id="{4FBB255C-FDC2-874F-884C-9F77C80767D4}" type="datetimeFigureOut">
              <a:rPr lang="en-US" smtClean="0"/>
              <a:t>3/25/26</a:t>
            </a:fld>
            <a:endParaRPr lang="en-US"/>
          </a:p>
        </p:txBody>
      </p:sp>
      <p:sp>
        <p:nvSpPr>
          <p:cNvPr id="3" name="Footer Placeholder 2">
            <a:extLst>
              <a:ext uri="{FF2B5EF4-FFF2-40B4-BE49-F238E27FC236}">
                <a16:creationId xmlns:a16="http://schemas.microsoft.com/office/drawing/2014/main" id="{E5593082-59F8-35C6-35B2-B588CF31E4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50B107-DE38-4052-3077-4DB71F15FD6C}"/>
              </a:ext>
            </a:extLst>
          </p:cNvPr>
          <p:cNvSpPr>
            <a:spLocks noGrp="1"/>
          </p:cNvSpPr>
          <p:nvPr>
            <p:ph type="sldNum" sz="quarter" idx="12"/>
          </p:nvPr>
        </p:nvSpPr>
        <p:spPr/>
        <p:txBody>
          <a:bodyPr/>
          <a:lstStyle/>
          <a:p>
            <a:fld id="{AAAA42C2-D053-6947-89D3-E6B8C1EB5A0F}" type="slidenum">
              <a:rPr lang="en-US" smtClean="0"/>
              <a:t>‹#›</a:t>
            </a:fld>
            <a:endParaRPr lang="en-US"/>
          </a:p>
        </p:txBody>
      </p:sp>
    </p:spTree>
    <p:extLst>
      <p:ext uri="{BB962C8B-B14F-4D97-AF65-F5344CB8AC3E}">
        <p14:creationId xmlns:p14="http://schemas.microsoft.com/office/powerpoint/2010/main" val="637881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3C920-EAB0-2221-2B89-84BC859E2D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CB3406-5CB5-F6F5-4BE3-01839006E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ED00DC2-EB08-7A2F-CDD0-B0C390BBF9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9521F9-16DF-3630-0A85-07E559F5843C}"/>
              </a:ext>
            </a:extLst>
          </p:cNvPr>
          <p:cNvSpPr>
            <a:spLocks noGrp="1"/>
          </p:cNvSpPr>
          <p:nvPr>
            <p:ph type="dt" sz="half" idx="10"/>
          </p:nvPr>
        </p:nvSpPr>
        <p:spPr/>
        <p:txBody>
          <a:bodyPr/>
          <a:lstStyle/>
          <a:p>
            <a:fld id="{4FBB255C-FDC2-874F-884C-9F77C80767D4}" type="datetimeFigureOut">
              <a:rPr lang="en-US" smtClean="0"/>
              <a:t>3/25/26</a:t>
            </a:fld>
            <a:endParaRPr lang="en-US"/>
          </a:p>
        </p:txBody>
      </p:sp>
      <p:sp>
        <p:nvSpPr>
          <p:cNvPr id="6" name="Footer Placeholder 5">
            <a:extLst>
              <a:ext uri="{FF2B5EF4-FFF2-40B4-BE49-F238E27FC236}">
                <a16:creationId xmlns:a16="http://schemas.microsoft.com/office/drawing/2014/main" id="{439A72D5-AA50-4ED4-B296-CC9AFC993C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7F329B-B5C9-8BA6-5D6D-124CE38BB006}"/>
              </a:ext>
            </a:extLst>
          </p:cNvPr>
          <p:cNvSpPr>
            <a:spLocks noGrp="1"/>
          </p:cNvSpPr>
          <p:nvPr>
            <p:ph type="sldNum" sz="quarter" idx="12"/>
          </p:nvPr>
        </p:nvSpPr>
        <p:spPr/>
        <p:txBody>
          <a:bodyPr/>
          <a:lstStyle/>
          <a:p>
            <a:fld id="{AAAA42C2-D053-6947-89D3-E6B8C1EB5A0F}" type="slidenum">
              <a:rPr lang="en-US" smtClean="0"/>
              <a:t>‹#›</a:t>
            </a:fld>
            <a:endParaRPr lang="en-US"/>
          </a:p>
        </p:txBody>
      </p:sp>
    </p:spTree>
    <p:extLst>
      <p:ext uri="{BB962C8B-B14F-4D97-AF65-F5344CB8AC3E}">
        <p14:creationId xmlns:p14="http://schemas.microsoft.com/office/powerpoint/2010/main" val="2127908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12A0B-829E-119A-B8EF-482A69755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483F80D-EE5B-ACD4-67C2-B57DCD8BFF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7F30EF0-ED91-5D4B-5E18-78612F5F5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0668FB-59DE-9B0F-57BF-D4381F0039A9}"/>
              </a:ext>
            </a:extLst>
          </p:cNvPr>
          <p:cNvSpPr>
            <a:spLocks noGrp="1"/>
          </p:cNvSpPr>
          <p:nvPr>
            <p:ph type="dt" sz="half" idx="10"/>
          </p:nvPr>
        </p:nvSpPr>
        <p:spPr/>
        <p:txBody>
          <a:bodyPr/>
          <a:lstStyle/>
          <a:p>
            <a:fld id="{4FBB255C-FDC2-874F-884C-9F77C80767D4}" type="datetimeFigureOut">
              <a:rPr lang="en-US" smtClean="0"/>
              <a:t>3/25/26</a:t>
            </a:fld>
            <a:endParaRPr lang="en-US"/>
          </a:p>
        </p:txBody>
      </p:sp>
      <p:sp>
        <p:nvSpPr>
          <p:cNvPr id="6" name="Footer Placeholder 5">
            <a:extLst>
              <a:ext uri="{FF2B5EF4-FFF2-40B4-BE49-F238E27FC236}">
                <a16:creationId xmlns:a16="http://schemas.microsoft.com/office/drawing/2014/main" id="{C0AFACE4-BD46-EBC2-35AE-FDB65B452F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968B35-FCED-40BC-D185-A05E99CF679C}"/>
              </a:ext>
            </a:extLst>
          </p:cNvPr>
          <p:cNvSpPr>
            <a:spLocks noGrp="1"/>
          </p:cNvSpPr>
          <p:nvPr>
            <p:ph type="sldNum" sz="quarter" idx="12"/>
          </p:nvPr>
        </p:nvSpPr>
        <p:spPr/>
        <p:txBody>
          <a:bodyPr/>
          <a:lstStyle/>
          <a:p>
            <a:fld id="{AAAA42C2-D053-6947-89D3-E6B8C1EB5A0F}" type="slidenum">
              <a:rPr lang="en-US" smtClean="0"/>
              <a:t>‹#›</a:t>
            </a:fld>
            <a:endParaRPr lang="en-US"/>
          </a:p>
        </p:txBody>
      </p:sp>
    </p:spTree>
    <p:extLst>
      <p:ext uri="{BB962C8B-B14F-4D97-AF65-F5344CB8AC3E}">
        <p14:creationId xmlns:p14="http://schemas.microsoft.com/office/powerpoint/2010/main" val="2367176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044EE-85E1-FEEB-0D4E-5C7AD2129FA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C22B518-16EC-C468-0746-9066D171E1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A977B3-A778-27AB-02CF-55A47780C720}"/>
              </a:ext>
            </a:extLst>
          </p:cNvPr>
          <p:cNvSpPr>
            <a:spLocks noGrp="1"/>
          </p:cNvSpPr>
          <p:nvPr>
            <p:ph type="dt" sz="half" idx="10"/>
          </p:nvPr>
        </p:nvSpPr>
        <p:spPr/>
        <p:txBody>
          <a:bodyPr/>
          <a:lstStyle/>
          <a:p>
            <a:fld id="{4FBB255C-FDC2-874F-884C-9F77C80767D4}" type="datetimeFigureOut">
              <a:rPr lang="en-US" smtClean="0"/>
              <a:t>3/25/26</a:t>
            </a:fld>
            <a:endParaRPr lang="en-US"/>
          </a:p>
        </p:txBody>
      </p:sp>
      <p:sp>
        <p:nvSpPr>
          <p:cNvPr id="5" name="Footer Placeholder 4">
            <a:extLst>
              <a:ext uri="{FF2B5EF4-FFF2-40B4-BE49-F238E27FC236}">
                <a16:creationId xmlns:a16="http://schemas.microsoft.com/office/drawing/2014/main" id="{60188C65-B206-0B6A-A6D4-258FD4717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3A1339-9BF8-B4A0-956F-FE2E2801EFD3}"/>
              </a:ext>
            </a:extLst>
          </p:cNvPr>
          <p:cNvSpPr>
            <a:spLocks noGrp="1"/>
          </p:cNvSpPr>
          <p:nvPr>
            <p:ph type="sldNum" sz="quarter" idx="12"/>
          </p:nvPr>
        </p:nvSpPr>
        <p:spPr/>
        <p:txBody>
          <a:bodyPr/>
          <a:lstStyle/>
          <a:p>
            <a:fld id="{AAAA42C2-D053-6947-89D3-E6B8C1EB5A0F}" type="slidenum">
              <a:rPr lang="en-US" smtClean="0"/>
              <a:t>‹#›</a:t>
            </a:fld>
            <a:endParaRPr lang="en-US"/>
          </a:p>
        </p:txBody>
      </p:sp>
    </p:spTree>
    <p:extLst>
      <p:ext uri="{BB962C8B-B14F-4D97-AF65-F5344CB8AC3E}">
        <p14:creationId xmlns:p14="http://schemas.microsoft.com/office/powerpoint/2010/main" val="2045189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75FD06-1A4C-B5C2-3D0F-606554049A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212A1E-E22B-8B36-98E3-8B7F219300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B22F54-5ED7-6CBE-FB42-637898FBEAF7}"/>
              </a:ext>
            </a:extLst>
          </p:cNvPr>
          <p:cNvSpPr>
            <a:spLocks noGrp="1"/>
          </p:cNvSpPr>
          <p:nvPr>
            <p:ph type="dt" sz="half" idx="10"/>
          </p:nvPr>
        </p:nvSpPr>
        <p:spPr/>
        <p:txBody>
          <a:bodyPr/>
          <a:lstStyle/>
          <a:p>
            <a:fld id="{4FBB255C-FDC2-874F-884C-9F77C80767D4}" type="datetimeFigureOut">
              <a:rPr lang="en-US" smtClean="0"/>
              <a:t>3/25/26</a:t>
            </a:fld>
            <a:endParaRPr lang="en-US"/>
          </a:p>
        </p:txBody>
      </p:sp>
      <p:sp>
        <p:nvSpPr>
          <p:cNvPr id="5" name="Footer Placeholder 4">
            <a:extLst>
              <a:ext uri="{FF2B5EF4-FFF2-40B4-BE49-F238E27FC236}">
                <a16:creationId xmlns:a16="http://schemas.microsoft.com/office/drawing/2014/main" id="{95CF0E62-611D-92E6-66B1-5E8DABB85A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2BC796-2AAB-390A-5BA0-D559CA6DB718}"/>
              </a:ext>
            </a:extLst>
          </p:cNvPr>
          <p:cNvSpPr>
            <a:spLocks noGrp="1"/>
          </p:cNvSpPr>
          <p:nvPr>
            <p:ph type="sldNum" sz="quarter" idx="12"/>
          </p:nvPr>
        </p:nvSpPr>
        <p:spPr/>
        <p:txBody>
          <a:bodyPr/>
          <a:lstStyle/>
          <a:p>
            <a:fld id="{AAAA42C2-D053-6947-89D3-E6B8C1EB5A0F}" type="slidenum">
              <a:rPr lang="en-US" smtClean="0"/>
              <a:t>‹#›</a:t>
            </a:fld>
            <a:endParaRPr lang="en-US"/>
          </a:p>
        </p:txBody>
      </p:sp>
    </p:spTree>
    <p:extLst>
      <p:ext uri="{BB962C8B-B14F-4D97-AF65-F5344CB8AC3E}">
        <p14:creationId xmlns:p14="http://schemas.microsoft.com/office/powerpoint/2010/main" val="1433894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40271B-BF64-F872-E34D-D7AC46B260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9EF87C-96D6-B572-D53D-F2A707C28F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B0BBA12-DDEC-F8AE-B54F-4D314BA90E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BB255C-FDC2-874F-884C-9F77C80767D4}" type="datetimeFigureOut">
              <a:rPr lang="en-US" smtClean="0"/>
              <a:t>3/25/26</a:t>
            </a:fld>
            <a:endParaRPr lang="en-US"/>
          </a:p>
        </p:txBody>
      </p:sp>
      <p:sp>
        <p:nvSpPr>
          <p:cNvPr id="5" name="Footer Placeholder 4">
            <a:extLst>
              <a:ext uri="{FF2B5EF4-FFF2-40B4-BE49-F238E27FC236}">
                <a16:creationId xmlns:a16="http://schemas.microsoft.com/office/drawing/2014/main" id="{C9A8DA4D-753D-8942-8861-69FFA8ADE4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314CD2A-532C-F017-861E-20C4A74122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AA42C2-D053-6947-89D3-E6B8C1EB5A0F}" type="slidenum">
              <a:rPr lang="en-US" smtClean="0"/>
              <a:t>‹#›</a:t>
            </a:fld>
            <a:endParaRPr lang="en-US"/>
          </a:p>
        </p:txBody>
      </p:sp>
    </p:spTree>
    <p:extLst>
      <p:ext uri="{BB962C8B-B14F-4D97-AF65-F5344CB8AC3E}">
        <p14:creationId xmlns:p14="http://schemas.microsoft.com/office/powerpoint/2010/main" val="1726269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itchFamily="2" charset="2"/>
        <a:buChar char="v"/>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itchFamily="2" charset="2"/>
        <a:buChar char="Ø"/>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NUL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NULL"/><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customXml" Target="../ink/ink4.xml"/><Relationship Id="rId14" Type="http://schemas.openxmlformats.org/officeDocument/2006/relationships/image" Target="NUL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30.png"/><Relationship Id="rId4" Type="http://schemas.openxmlformats.org/officeDocument/2006/relationships/customXml" Target="../ink/ink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armorgames.com/play/4369/multitask"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5D895-C2F2-E60E-06BF-2F2396815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66053-17C8-8243-A0F9-5BFBCE1A6536}"/>
              </a:ext>
            </a:extLst>
          </p:cNvPr>
          <p:cNvSpPr>
            <a:spLocks noGrp="1"/>
          </p:cNvSpPr>
          <p:nvPr>
            <p:ph type="ctrTitle"/>
          </p:nvPr>
        </p:nvSpPr>
        <p:spPr/>
        <p:txBody>
          <a:bodyPr/>
          <a:lstStyle/>
          <a:p>
            <a:r>
              <a:rPr lang="en-US" dirty="0"/>
              <a:t>UI Design Principles</a:t>
            </a:r>
          </a:p>
        </p:txBody>
      </p:sp>
      <p:sp>
        <p:nvSpPr>
          <p:cNvPr id="3" name="Subtitle 2">
            <a:extLst>
              <a:ext uri="{FF2B5EF4-FFF2-40B4-BE49-F238E27FC236}">
                <a16:creationId xmlns:a16="http://schemas.microsoft.com/office/drawing/2014/main" id="{1ED1F48C-569E-2204-D3A8-6A38B289B6F0}"/>
              </a:ext>
            </a:extLst>
          </p:cNvPr>
          <p:cNvSpPr>
            <a:spLocks noGrp="1"/>
          </p:cNvSpPr>
          <p:nvPr>
            <p:ph type="subTitle" idx="1"/>
          </p:nvPr>
        </p:nvSpPr>
        <p:spPr/>
        <p:txBody>
          <a:bodyPr/>
          <a:lstStyle/>
          <a:p>
            <a:r>
              <a:rPr lang="en-US" dirty="0"/>
              <a:t>CSC 324: Software Development and Design</a:t>
            </a:r>
          </a:p>
        </p:txBody>
      </p:sp>
    </p:spTree>
    <p:extLst>
      <p:ext uri="{BB962C8B-B14F-4D97-AF65-F5344CB8AC3E}">
        <p14:creationId xmlns:p14="http://schemas.microsoft.com/office/powerpoint/2010/main" val="3366898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8C350-1DB7-2AC7-D8CE-626B014EED4C}"/>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614722CC-1315-C6A1-E63E-C2B8744C9E6B}"/>
              </a:ext>
            </a:extLst>
          </p:cNvPr>
          <p:cNvSpPr>
            <a:spLocks noGrp="1"/>
          </p:cNvSpPr>
          <p:nvPr>
            <p:ph idx="1"/>
          </p:nvPr>
        </p:nvSpPr>
        <p:spPr/>
        <p:txBody>
          <a:bodyPr vert="horz" lIns="91440" tIns="45720" rIns="91440" bIns="45720" rtlCol="0" anchor="t">
            <a:normAutofit lnSpcReduction="10000"/>
          </a:bodyPr>
          <a:lstStyle/>
          <a:p>
            <a:r>
              <a:rPr lang="en-US" dirty="0"/>
              <a:t>Upcoming events:</a:t>
            </a:r>
          </a:p>
          <a:p>
            <a:pPr lvl="1"/>
            <a:r>
              <a:rPr lang="en-US" dirty="0"/>
              <a:t>CS table: starts again next week!</a:t>
            </a:r>
          </a:p>
          <a:p>
            <a:pPr lvl="1" fontAlgn="base"/>
            <a:r>
              <a:rPr lang="en-US" dirty="0"/>
              <a:t>CS extras: "</a:t>
            </a:r>
            <a:r>
              <a:rPr lang="en-US" i="1" dirty="0"/>
              <a:t>The Quest for Transparency and Accountability in the Online Data Ecosystem"</a:t>
            </a:r>
            <a:endParaRPr lang="en-US" dirty="0"/>
          </a:p>
          <a:p>
            <a:pPr lvl="2" fontAlgn="base"/>
            <a:r>
              <a:rPr lang="en-US" dirty="0"/>
              <a:t>Thursday @ 4:00 PM, Science 3821</a:t>
            </a:r>
          </a:p>
          <a:p>
            <a:pPr fontAlgn="base"/>
            <a:r>
              <a:rPr lang="en-US" dirty="0"/>
              <a:t>Upcoming deadlines:</a:t>
            </a:r>
          </a:p>
          <a:p>
            <a:pPr lvl="1" fontAlgn="base"/>
            <a:r>
              <a:rPr lang="en-US" dirty="0"/>
              <a:t>Group project:</a:t>
            </a:r>
          </a:p>
          <a:p>
            <a:pPr lvl="2" fontAlgn="base"/>
            <a:r>
              <a:rPr lang="en-US" dirty="0"/>
              <a:t>Sprint 1.3 begins today (review &amp; planning during group work today)</a:t>
            </a:r>
          </a:p>
          <a:p>
            <a:pPr lvl="2" fontAlgn="base"/>
            <a:r>
              <a:rPr lang="en-US" dirty="0"/>
              <a:t>MVP is due next Wednesday!</a:t>
            </a:r>
          </a:p>
          <a:p>
            <a:pPr lvl="1" fontAlgn="base"/>
            <a:r>
              <a:rPr lang="en-US" dirty="0"/>
              <a:t>This Friday: </a:t>
            </a:r>
            <a:r>
              <a:rPr lang="en-US" i="1" dirty="0"/>
              <a:t>tech tutorial development</a:t>
            </a:r>
            <a:endParaRPr lang="en-US" dirty="0"/>
          </a:p>
          <a:p>
            <a:pPr lvl="2" fontAlgn="base"/>
            <a:r>
              <a:rPr lang="en-US" dirty="0"/>
              <a:t>Required for the </a:t>
            </a:r>
            <a:r>
              <a:rPr lang="en-US" i="1" dirty="0"/>
              <a:t>self-learning</a:t>
            </a:r>
            <a:r>
              <a:rPr lang="en-US" dirty="0"/>
              <a:t> developer competency</a:t>
            </a:r>
          </a:p>
          <a:p>
            <a:pPr lvl="1" fontAlgn="base"/>
            <a:r>
              <a:rPr lang="en-US" dirty="0"/>
              <a:t>1-on-1s (B-side): updates on competency targets for sprint 1</a:t>
            </a:r>
          </a:p>
        </p:txBody>
      </p:sp>
    </p:spTree>
    <p:extLst>
      <p:ext uri="{BB962C8B-B14F-4D97-AF65-F5344CB8AC3E}">
        <p14:creationId xmlns:p14="http://schemas.microsoft.com/office/powerpoint/2010/main" val="158989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D564C-45D7-56E0-1EE4-5E559E69BFCF}"/>
              </a:ext>
            </a:extLst>
          </p:cNvPr>
          <p:cNvSpPr>
            <a:spLocks noGrp="1"/>
          </p:cNvSpPr>
          <p:nvPr>
            <p:ph type="title"/>
          </p:nvPr>
        </p:nvSpPr>
        <p:spPr/>
        <p:txBody>
          <a:bodyPr/>
          <a:lstStyle/>
          <a:p>
            <a:r>
              <a:rPr lang="en-US" dirty="0"/>
              <a:t>User interface design principles</a:t>
            </a:r>
          </a:p>
        </p:txBody>
      </p:sp>
      <p:sp>
        <p:nvSpPr>
          <p:cNvPr id="3" name="Content Placeholder 2">
            <a:extLst>
              <a:ext uri="{FF2B5EF4-FFF2-40B4-BE49-F238E27FC236}">
                <a16:creationId xmlns:a16="http://schemas.microsoft.com/office/drawing/2014/main" id="{65907D57-52B1-FAAE-80E7-DC9DF0C9D91B}"/>
              </a:ext>
            </a:extLst>
          </p:cNvPr>
          <p:cNvSpPr>
            <a:spLocks noGrp="1"/>
          </p:cNvSpPr>
          <p:nvPr>
            <p:ph idx="1"/>
          </p:nvPr>
        </p:nvSpPr>
        <p:spPr/>
        <p:txBody>
          <a:bodyPr/>
          <a:lstStyle/>
          <a:p>
            <a:r>
              <a:rPr lang="en-US" b="1" dirty="0"/>
              <a:t>Memory</a:t>
            </a:r>
          </a:p>
          <a:p>
            <a:pPr lvl="1"/>
            <a:r>
              <a:rPr lang="en-US" b="1" dirty="0"/>
              <a:t>How do people learn and recall information?</a:t>
            </a:r>
          </a:p>
          <a:p>
            <a:r>
              <a:rPr lang="en-US" dirty="0"/>
              <a:t>Visualization</a:t>
            </a:r>
          </a:p>
          <a:p>
            <a:pPr lvl="1"/>
            <a:r>
              <a:rPr lang="en-US" dirty="0"/>
              <a:t>How do people (visually) process and perceive information?</a:t>
            </a:r>
          </a:p>
          <a:p>
            <a:r>
              <a:rPr lang="en-US" i="1" dirty="0"/>
              <a:t>Mental and physical limits</a:t>
            </a:r>
          </a:p>
          <a:p>
            <a:pPr lvl="1"/>
            <a:r>
              <a:rPr lang="en-US" i="1" dirty="0"/>
              <a:t>What constraints do people have that constrain our designs?</a:t>
            </a:r>
          </a:p>
        </p:txBody>
      </p:sp>
    </p:spTree>
    <p:extLst>
      <p:ext uri="{BB962C8B-B14F-4D97-AF65-F5344CB8AC3E}">
        <p14:creationId xmlns:p14="http://schemas.microsoft.com/office/powerpoint/2010/main" val="1012195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48332-A436-A1F0-A9CF-C0D0143A8A72}"/>
              </a:ext>
            </a:extLst>
          </p:cNvPr>
          <p:cNvSpPr>
            <a:spLocks noGrp="1"/>
          </p:cNvSpPr>
          <p:nvPr>
            <p:ph type="title"/>
          </p:nvPr>
        </p:nvSpPr>
        <p:spPr/>
        <p:txBody>
          <a:bodyPr/>
          <a:lstStyle/>
          <a:p>
            <a:r>
              <a:rPr lang="en-US" dirty="0"/>
              <a:t>UI Design Example</a:t>
            </a:r>
          </a:p>
        </p:txBody>
      </p:sp>
      <p:sp>
        <p:nvSpPr>
          <p:cNvPr id="3" name="Text Placeholder 2">
            <a:extLst>
              <a:ext uri="{FF2B5EF4-FFF2-40B4-BE49-F238E27FC236}">
                <a16:creationId xmlns:a16="http://schemas.microsoft.com/office/drawing/2014/main" id="{DDE24591-49C9-C4E2-C234-7C94898581AC}"/>
              </a:ext>
            </a:extLst>
          </p:cNvPr>
          <p:cNvSpPr>
            <a:spLocks noGrp="1"/>
          </p:cNvSpPr>
          <p:nvPr>
            <p:ph type="body" idx="1"/>
          </p:nvPr>
        </p:nvSpPr>
        <p:spPr/>
        <p:txBody>
          <a:bodyPr/>
          <a:lstStyle/>
          <a:p>
            <a:r>
              <a:rPr lang="en-US" dirty="0"/>
              <a:t>Crane Controls</a:t>
            </a:r>
          </a:p>
        </p:txBody>
      </p:sp>
    </p:spTree>
    <p:extLst>
      <p:ext uri="{BB962C8B-B14F-4D97-AF65-F5344CB8AC3E}">
        <p14:creationId xmlns:p14="http://schemas.microsoft.com/office/powerpoint/2010/main" val="251702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2AD63C45-4865-1714-31F7-720D74A6BDEE}"/>
              </a:ext>
            </a:extLst>
          </p:cNvPr>
          <p:cNvSpPr/>
          <p:nvPr/>
        </p:nvSpPr>
        <p:spPr>
          <a:xfrm>
            <a:off x="4591455" y="2553510"/>
            <a:ext cx="875489" cy="8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7F4E99E2-FAF9-0E96-6B3F-6D3830355E14}"/>
              </a:ext>
            </a:extLst>
          </p:cNvPr>
          <p:cNvSpPr/>
          <p:nvPr/>
        </p:nvSpPr>
        <p:spPr>
          <a:xfrm>
            <a:off x="5658255" y="2553510"/>
            <a:ext cx="875489" cy="8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E83AC52-1DDC-1703-1F10-959E59C3CAAE}"/>
              </a:ext>
            </a:extLst>
          </p:cNvPr>
          <p:cNvSpPr/>
          <p:nvPr/>
        </p:nvSpPr>
        <p:spPr>
          <a:xfrm>
            <a:off x="6725055" y="2553510"/>
            <a:ext cx="875489" cy="8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4F1B8FDE-9A67-CC5E-111F-AF1C752B2613}"/>
              </a:ext>
            </a:extLst>
          </p:cNvPr>
          <p:cNvSpPr/>
          <p:nvPr/>
        </p:nvSpPr>
        <p:spPr>
          <a:xfrm>
            <a:off x="4591455" y="3545732"/>
            <a:ext cx="875489" cy="8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EA5E78E-54A1-6FCB-726F-14B04A31691C}"/>
              </a:ext>
            </a:extLst>
          </p:cNvPr>
          <p:cNvSpPr/>
          <p:nvPr/>
        </p:nvSpPr>
        <p:spPr>
          <a:xfrm>
            <a:off x="5658255" y="3545732"/>
            <a:ext cx="875489" cy="8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2DD38B3-5FDE-27CC-912F-60264E8FED97}"/>
              </a:ext>
            </a:extLst>
          </p:cNvPr>
          <p:cNvSpPr/>
          <p:nvPr/>
        </p:nvSpPr>
        <p:spPr>
          <a:xfrm>
            <a:off x="6725055" y="3545732"/>
            <a:ext cx="875489" cy="8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53AAC47-ED0C-C767-CC63-379C21DDDF5B}"/>
              </a:ext>
            </a:extLst>
          </p:cNvPr>
          <p:cNvSpPr txBox="1"/>
          <p:nvPr/>
        </p:nvSpPr>
        <p:spPr>
          <a:xfrm>
            <a:off x="4660478" y="1852003"/>
            <a:ext cx="2871042" cy="584775"/>
          </a:xfrm>
          <a:prstGeom prst="rect">
            <a:avLst/>
          </a:prstGeom>
          <a:noFill/>
        </p:spPr>
        <p:txBody>
          <a:bodyPr wrap="none" rtlCol="0">
            <a:spAutoFit/>
          </a:bodyPr>
          <a:lstStyle/>
          <a:p>
            <a:r>
              <a:rPr lang="en-US" sz="3200" dirty="0"/>
              <a:t>Crane Controls</a:t>
            </a:r>
          </a:p>
        </p:txBody>
      </p:sp>
    </p:spTree>
    <p:extLst>
      <p:ext uri="{BB962C8B-B14F-4D97-AF65-F5344CB8AC3E}">
        <p14:creationId xmlns:p14="http://schemas.microsoft.com/office/powerpoint/2010/main" val="3346552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C3554-A3A1-C89C-12E5-5199E2861ABF}"/>
              </a:ext>
            </a:extLst>
          </p:cNvPr>
          <p:cNvSpPr>
            <a:spLocks noGrp="1"/>
          </p:cNvSpPr>
          <p:nvPr>
            <p:ph type="title"/>
          </p:nvPr>
        </p:nvSpPr>
        <p:spPr/>
        <p:txBody>
          <a:bodyPr/>
          <a:lstStyle/>
          <a:p>
            <a:r>
              <a:rPr lang="en-US" dirty="0"/>
              <a:t>Short-term vs. long-term memory</a:t>
            </a:r>
          </a:p>
        </p:txBody>
      </p:sp>
      <p:sp>
        <p:nvSpPr>
          <p:cNvPr id="3" name="Content Placeholder 2">
            <a:extLst>
              <a:ext uri="{FF2B5EF4-FFF2-40B4-BE49-F238E27FC236}">
                <a16:creationId xmlns:a16="http://schemas.microsoft.com/office/drawing/2014/main" id="{E273EB60-117A-5AC0-2F9E-0E6AFD68F359}"/>
              </a:ext>
            </a:extLst>
          </p:cNvPr>
          <p:cNvSpPr>
            <a:spLocks noGrp="1"/>
          </p:cNvSpPr>
          <p:nvPr>
            <p:ph idx="1"/>
          </p:nvPr>
        </p:nvSpPr>
        <p:spPr/>
        <p:txBody>
          <a:bodyPr>
            <a:normAutofit lnSpcReduction="10000"/>
          </a:bodyPr>
          <a:lstStyle/>
          <a:p>
            <a:r>
              <a:rPr lang="en-US" dirty="0"/>
              <a:t>Short-term (working memory)</a:t>
            </a:r>
          </a:p>
          <a:p>
            <a:pPr lvl="1"/>
            <a:r>
              <a:rPr lang="en-US" dirty="0"/>
              <a:t>Easy to access</a:t>
            </a:r>
          </a:p>
          <a:p>
            <a:pPr lvl="1"/>
            <a:r>
              <a:rPr lang="en-US" dirty="0"/>
              <a:t>Finite in size (5–12 items), </a:t>
            </a:r>
            <a:r>
              <a:rPr lang="en-US" i="1" dirty="0"/>
              <a:t>mitigated by chunking</a:t>
            </a:r>
            <a:endParaRPr lang="en-US" dirty="0"/>
          </a:p>
          <a:p>
            <a:pPr lvl="1"/>
            <a:r>
              <a:rPr lang="en-US" dirty="0"/>
              <a:t>Short duration (seconds to a few minutes)</a:t>
            </a:r>
          </a:p>
          <a:p>
            <a:r>
              <a:rPr lang="en-US" dirty="0"/>
              <a:t>Long-term memory</a:t>
            </a:r>
          </a:p>
          <a:p>
            <a:pPr lvl="1"/>
            <a:r>
              <a:rPr lang="en-US" dirty="0"/>
              <a:t>Difficult to access</a:t>
            </a:r>
            <a:r>
              <a:rPr lang="en-US" i="1" dirty="0"/>
              <a:t>, overcome by rehearsal</a:t>
            </a:r>
            <a:endParaRPr lang="en-US" dirty="0"/>
          </a:p>
          <a:p>
            <a:pPr lvl="1"/>
            <a:r>
              <a:rPr lang="en-US" dirty="0"/>
              <a:t>Effectively limitless in size and duration (to the best of our knowledge)</a:t>
            </a:r>
          </a:p>
          <a:p>
            <a:pPr lvl="1"/>
            <a:endParaRPr lang="en-US" dirty="0"/>
          </a:p>
          <a:p>
            <a:r>
              <a:rPr lang="en-US" b="1" dirty="0"/>
              <a:t>Interfaces ought to:</a:t>
            </a:r>
          </a:p>
          <a:p>
            <a:pPr lvl="1"/>
            <a:r>
              <a:rPr lang="en-US" b="1" dirty="0"/>
              <a:t> Provide short-term reminders for functionality</a:t>
            </a:r>
          </a:p>
          <a:p>
            <a:pPr lvl="1"/>
            <a:r>
              <a:rPr lang="en-US" b="1" dirty="0"/>
              <a:t> Facilitate long-term learning</a:t>
            </a:r>
          </a:p>
        </p:txBody>
      </p:sp>
    </p:spTree>
    <p:extLst>
      <p:ext uri="{BB962C8B-B14F-4D97-AF65-F5344CB8AC3E}">
        <p14:creationId xmlns:p14="http://schemas.microsoft.com/office/powerpoint/2010/main" val="2627191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36252C-BEFF-7161-F145-6678390D0973}"/>
              </a:ext>
            </a:extLst>
          </p:cNvPr>
          <p:cNvSpPr>
            <a:spLocks noGrp="1"/>
          </p:cNvSpPr>
          <p:nvPr>
            <p:ph type="title"/>
          </p:nvPr>
        </p:nvSpPr>
        <p:spPr/>
        <p:txBody>
          <a:bodyPr/>
          <a:lstStyle/>
          <a:p>
            <a:r>
              <a:rPr lang="en-US" dirty="0"/>
              <a:t>Dual Process Theory</a:t>
            </a:r>
          </a:p>
        </p:txBody>
      </p:sp>
      <p:sp>
        <p:nvSpPr>
          <p:cNvPr id="5" name="Content Placeholder 4">
            <a:extLst>
              <a:ext uri="{FF2B5EF4-FFF2-40B4-BE49-F238E27FC236}">
                <a16:creationId xmlns:a16="http://schemas.microsoft.com/office/drawing/2014/main" id="{88FC4E76-8EC8-CC85-DFEC-CB63748DF29A}"/>
              </a:ext>
            </a:extLst>
          </p:cNvPr>
          <p:cNvSpPr>
            <a:spLocks noGrp="1"/>
          </p:cNvSpPr>
          <p:nvPr>
            <p:ph idx="1"/>
          </p:nvPr>
        </p:nvSpPr>
        <p:spPr/>
        <p:txBody>
          <a:bodyPr/>
          <a:lstStyle/>
          <a:p>
            <a:r>
              <a:rPr lang="en-US" sz="2824" dirty="0"/>
              <a:t>Mind = two systems</a:t>
            </a:r>
          </a:p>
          <a:p>
            <a:pPr marL="884193" lvl="1" indent="-453862">
              <a:buFont typeface="+mj-lt"/>
              <a:buAutoNum type="arabicPeriod"/>
            </a:pPr>
            <a:r>
              <a:rPr lang="en-US" sz="2471" dirty="0"/>
              <a:t>“System 1”: unconscious, automatic, “emotional.”</a:t>
            </a:r>
          </a:p>
          <a:p>
            <a:pPr marL="884193" lvl="1" indent="-453862">
              <a:buFont typeface="+mj-lt"/>
              <a:buAutoNum type="arabicPeriod"/>
            </a:pPr>
            <a:r>
              <a:rPr lang="en-US" sz="2471" dirty="0"/>
              <a:t>“System 2”: conscious, deliberate, “rational.”</a:t>
            </a:r>
          </a:p>
        </p:txBody>
      </p:sp>
      <p:pic>
        <p:nvPicPr>
          <p:cNvPr id="9" name="Picture 8" descr="Thing One and Thing Two from The Cat in the Hat.  (https://seuss.fandom.com/wiki/Thing_One_and_Thing_Two)">
            <a:extLst>
              <a:ext uri="{FF2B5EF4-FFF2-40B4-BE49-F238E27FC236}">
                <a16:creationId xmlns:a16="http://schemas.microsoft.com/office/drawing/2014/main" id="{6A83922C-DAB2-4D1B-8CB5-169EA00400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9299" y="2961593"/>
            <a:ext cx="3044501" cy="3044501"/>
          </a:xfrm>
          <a:prstGeom prst="rect">
            <a:avLst/>
          </a:prstGeom>
        </p:spPr>
      </p:pic>
      <p:sp>
        <p:nvSpPr>
          <p:cNvPr id="12" name="Content Placeholder 2">
            <a:extLst>
              <a:ext uri="{FF2B5EF4-FFF2-40B4-BE49-F238E27FC236}">
                <a16:creationId xmlns:a16="http://schemas.microsoft.com/office/drawing/2014/main" id="{0F3C2E05-16C6-42EA-8962-4162CD6F6BBC}"/>
              </a:ext>
            </a:extLst>
          </p:cNvPr>
          <p:cNvSpPr txBox="1">
            <a:spLocks/>
          </p:cNvSpPr>
          <p:nvPr/>
        </p:nvSpPr>
        <p:spPr>
          <a:xfrm>
            <a:off x="838200" y="1825625"/>
            <a:ext cx="7315200" cy="1384994"/>
          </a:xfrm>
          <a:prstGeom prst="rect">
            <a:avLst/>
          </a:prstGeom>
        </p:spPr>
        <p:txBody>
          <a:bodyPr/>
          <a:lstStyle>
            <a:lvl1pPr marL="243842" indent="-243842" algn="l" defTabSz="975366" rtl="0" eaLnBrk="1" latinLnBrk="0" hangingPunct="1">
              <a:lnSpc>
                <a:spcPct val="90000"/>
              </a:lnSpc>
              <a:spcBef>
                <a:spcPts val="1067"/>
              </a:spcBef>
              <a:buFont typeface="Arial" panose="020B0604020202020204" pitchFamily="34" charset="0"/>
              <a:buChar char="•"/>
              <a:defRPr sz="2987" kern="1200">
                <a:solidFill>
                  <a:schemeClr val="tx1"/>
                </a:solidFill>
                <a:latin typeface="+mn-lt"/>
                <a:ea typeface="+mn-ea"/>
                <a:cs typeface="+mn-cs"/>
              </a:defRPr>
            </a:lvl1pPr>
            <a:lvl2pPr marL="731524" indent="-243842" algn="l" defTabSz="975366" rtl="0" eaLnBrk="1" latinLnBrk="0" hangingPunct="1">
              <a:lnSpc>
                <a:spcPct val="90000"/>
              </a:lnSpc>
              <a:spcBef>
                <a:spcPts val="533"/>
              </a:spcBef>
              <a:buFont typeface="Arial" panose="020B0604020202020204" pitchFamily="34" charset="0"/>
              <a:buChar char="•"/>
              <a:defRPr sz="2560" kern="1200">
                <a:solidFill>
                  <a:schemeClr val="tx1"/>
                </a:solidFill>
                <a:latin typeface="+mn-lt"/>
                <a:ea typeface="+mn-ea"/>
                <a:cs typeface="+mn-cs"/>
              </a:defRPr>
            </a:lvl2pPr>
            <a:lvl3pPr marL="1219208" indent="-243842" algn="l" defTabSz="975366" rtl="0" eaLnBrk="1" latinLnBrk="0" hangingPunct="1">
              <a:lnSpc>
                <a:spcPct val="90000"/>
              </a:lnSpc>
              <a:spcBef>
                <a:spcPts val="533"/>
              </a:spcBef>
              <a:buFont typeface="Arial" panose="020B0604020202020204" pitchFamily="34" charset="0"/>
              <a:buChar char="•"/>
              <a:defRPr sz="2133" kern="1200">
                <a:solidFill>
                  <a:schemeClr val="tx1"/>
                </a:solidFill>
                <a:latin typeface="+mn-lt"/>
                <a:ea typeface="+mn-ea"/>
                <a:cs typeface="+mn-cs"/>
              </a:defRPr>
            </a:lvl3pPr>
            <a:lvl4pPr marL="1706891" indent="-243842" algn="l" defTabSz="975366"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4pPr>
            <a:lvl5pPr marL="2194574" indent="-243842" algn="l" defTabSz="975366"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5pPr>
            <a:lvl6pPr marL="2682257" indent="-243842" algn="l" defTabSz="975366"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69939" indent="-243842" algn="l" defTabSz="975366"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623" indent="-243842" algn="l" defTabSz="975366"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307" indent="-243842" algn="l" defTabSz="975366"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a:lstStyle>
          <a:p>
            <a:endParaRPr lang="en-US" sz="2471" dirty="0"/>
          </a:p>
        </p:txBody>
      </p:sp>
      <p:sp>
        <p:nvSpPr>
          <p:cNvPr id="3" name="TextBox 2">
            <a:extLst>
              <a:ext uri="{FF2B5EF4-FFF2-40B4-BE49-F238E27FC236}">
                <a16:creationId xmlns:a16="http://schemas.microsoft.com/office/drawing/2014/main" id="{553AB971-5C17-5A46-80E8-4D05BB934202}"/>
              </a:ext>
            </a:extLst>
          </p:cNvPr>
          <p:cNvSpPr txBox="1"/>
          <p:nvPr/>
        </p:nvSpPr>
        <p:spPr>
          <a:xfrm>
            <a:off x="1835766" y="3429000"/>
            <a:ext cx="2660034" cy="1396151"/>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sz="2824" dirty="0"/>
              <a:t>Unconscious</a:t>
            </a:r>
          </a:p>
          <a:p>
            <a:pPr algn="ctr"/>
            <a:r>
              <a:rPr lang="en-US" sz="2824" dirty="0"/>
              <a:t>=</a:t>
            </a:r>
          </a:p>
          <a:p>
            <a:pPr algn="ctr"/>
            <a:r>
              <a:rPr lang="en-US" sz="2824" dirty="0"/>
              <a:t>easy</a:t>
            </a:r>
          </a:p>
        </p:txBody>
      </p:sp>
      <p:sp>
        <p:nvSpPr>
          <p:cNvPr id="7" name="TextBox 6">
            <a:extLst>
              <a:ext uri="{FF2B5EF4-FFF2-40B4-BE49-F238E27FC236}">
                <a16:creationId xmlns:a16="http://schemas.microsoft.com/office/drawing/2014/main" id="{75324D7E-20C4-3844-82EA-6D07E30EF1FB}"/>
              </a:ext>
            </a:extLst>
          </p:cNvPr>
          <p:cNvSpPr txBox="1"/>
          <p:nvPr/>
        </p:nvSpPr>
        <p:spPr>
          <a:xfrm>
            <a:off x="4975033" y="3429000"/>
            <a:ext cx="2227244" cy="1396151"/>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sz="2824" dirty="0"/>
              <a:t>Conscious</a:t>
            </a:r>
          </a:p>
          <a:p>
            <a:pPr algn="ctr"/>
            <a:r>
              <a:rPr lang="en-US" sz="2824" dirty="0"/>
              <a:t>=</a:t>
            </a:r>
          </a:p>
          <a:p>
            <a:pPr algn="ctr"/>
            <a:r>
              <a:rPr lang="en-US" sz="2824" dirty="0"/>
              <a:t>hard</a:t>
            </a:r>
          </a:p>
        </p:txBody>
      </p:sp>
    </p:spTree>
    <p:extLst>
      <p:ext uri="{BB962C8B-B14F-4D97-AF65-F5344CB8AC3E}">
        <p14:creationId xmlns:p14="http://schemas.microsoft.com/office/powerpoint/2010/main" val="401898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94D99E-EC5D-8343-AC02-4E9829328FFC}"/>
              </a:ext>
            </a:extLst>
          </p:cNvPr>
          <p:cNvCxnSpPr/>
          <p:nvPr/>
        </p:nvCxnSpPr>
        <p:spPr>
          <a:xfrm>
            <a:off x="880171" y="4602561"/>
            <a:ext cx="10360348" cy="0"/>
          </a:xfrm>
          <a:prstGeom prst="line">
            <a:avLst/>
          </a:prstGeom>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E8D105EC-820E-DC45-9550-4E3A57ED778D}"/>
              </a:ext>
            </a:extLst>
          </p:cNvPr>
          <p:cNvSpPr txBox="1"/>
          <p:nvPr/>
        </p:nvSpPr>
        <p:spPr>
          <a:xfrm>
            <a:off x="880171" y="4919042"/>
            <a:ext cx="2349161" cy="744178"/>
          </a:xfrm>
          <a:prstGeom prst="rect">
            <a:avLst/>
          </a:prstGeom>
          <a:noFill/>
        </p:spPr>
        <p:txBody>
          <a:bodyPr wrap="square" rtlCol="0">
            <a:spAutoFit/>
          </a:bodyPr>
          <a:lstStyle/>
          <a:p>
            <a:pPr algn="ctr"/>
            <a:r>
              <a:rPr lang="en-US" sz="2118"/>
              <a:t>Unconscious incompetence</a:t>
            </a:r>
          </a:p>
        </p:txBody>
      </p:sp>
      <p:sp>
        <p:nvSpPr>
          <p:cNvPr id="6" name="TextBox 5">
            <a:extLst>
              <a:ext uri="{FF2B5EF4-FFF2-40B4-BE49-F238E27FC236}">
                <a16:creationId xmlns:a16="http://schemas.microsoft.com/office/drawing/2014/main" id="{D83B5603-3498-714D-A66F-6B0DB3FEC45C}"/>
              </a:ext>
            </a:extLst>
          </p:cNvPr>
          <p:cNvSpPr txBox="1"/>
          <p:nvPr/>
        </p:nvSpPr>
        <p:spPr>
          <a:xfrm>
            <a:off x="5847433" y="4919042"/>
            <a:ext cx="2349161" cy="744178"/>
          </a:xfrm>
          <a:prstGeom prst="rect">
            <a:avLst/>
          </a:prstGeom>
          <a:noFill/>
        </p:spPr>
        <p:txBody>
          <a:bodyPr wrap="square" rtlCol="0">
            <a:spAutoFit/>
          </a:bodyPr>
          <a:lstStyle/>
          <a:p>
            <a:pPr algn="ctr"/>
            <a:r>
              <a:rPr lang="en-US" sz="2118"/>
              <a:t>Conscious</a:t>
            </a:r>
          </a:p>
          <a:p>
            <a:pPr algn="ctr"/>
            <a:r>
              <a:rPr lang="en-US" sz="2118"/>
              <a:t>competence</a:t>
            </a:r>
          </a:p>
        </p:txBody>
      </p:sp>
      <p:sp>
        <p:nvSpPr>
          <p:cNvPr id="7" name="TextBox 6">
            <a:extLst>
              <a:ext uri="{FF2B5EF4-FFF2-40B4-BE49-F238E27FC236}">
                <a16:creationId xmlns:a16="http://schemas.microsoft.com/office/drawing/2014/main" id="{62168130-CC22-E249-928B-2E1E58C2FF65}"/>
              </a:ext>
            </a:extLst>
          </p:cNvPr>
          <p:cNvSpPr txBox="1"/>
          <p:nvPr/>
        </p:nvSpPr>
        <p:spPr>
          <a:xfrm>
            <a:off x="3363802" y="4919042"/>
            <a:ext cx="2349161" cy="744178"/>
          </a:xfrm>
          <a:prstGeom prst="rect">
            <a:avLst/>
          </a:prstGeom>
          <a:noFill/>
        </p:spPr>
        <p:txBody>
          <a:bodyPr wrap="square" rtlCol="0">
            <a:spAutoFit/>
          </a:bodyPr>
          <a:lstStyle/>
          <a:p>
            <a:pPr algn="ctr"/>
            <a:r>
              <a:rPr lang="en-US" sz="2118"/>
              <a:t>Conscious incompetence</a:t>
            </a:r>
          </a:p>
        </p:txBody>
      </p:sp>
      <p:sp>
        <p:nvSpPr>
          <p:cNvPr id="8" name="TextBox 7">
            <a:extLst>
              <a:ext uri="{FF2B5EF4-FFF2-40B4-BE49-F238E27FC236}">
                <a16:creationId xmlns:a16="http://schemas.microsoft.com/office/drawing/2014/main" id="{E5A4B9E8-573A-FB42-8765-F2797ECFB9D7}"/>
              </a:ext>
            </a:extLst>
          </p:cNvPr>
          <p:cNvSpPr txBox="1"/>
          <p:nvPr/>
        </p:nvSpPr>
        <p:spPr>
          <a:xfrm>
            <a:off x="8331064" y="4919042"/>
            <a:ext cx="2349161" cy="744178"/>
          </a:xfrm>
          <a:prstGeom prst="rect">
            <a:avLst/>
          </a:prstGeom>
          <a:noFill/>
        </p:spPr>
        <p:txBody>
          <a:bodyPr wrap="square" rtlCol="0">
            <a:spAutoFit/>
          </a:bodyPr>
          <a:lstStyle/>
          <a:p>
            <a:pPr algn="ctr"/>
            <a:r>
              <a:rPr lang="en-US" sz="2118"/>
              <a:t>Unconscious</a:t>
            </a:r>
          </a:p>
          <a:p>
            <a:pPr algn="ctr"/>
            <a:r>
              <a:rPr lang="en-US" sz="2118"/>
              <a:t>competence</a:t>
            </a:r>
          </a:p>
        </p:txBody>
      </p:sp>
      <p:sp>
        <p:nvSpPr>
          <p:cNvPr id="10" name="TextBox 9">
            <a:extLst>
              <a:ext uri="{FF2B5EF4-FFF2-40B4-BE49-F238E27FC236}">
                <a16:creationId xmlns:a16="http://schemas.microsoft.com/office/drawing/2014/main" id="{BEFAA3E8-35AF-CA41-B938-B96EED340FE4}"/>
              </a:ext>
            </a:extLst>
          </p:cNvPr>
          <p:cNvSpPr txBox="1"/>
          <p:nvPr/>
        </p:nvSpPr>
        <p:spPr>
          <a:xfrm>
            <a:off x="812936" y="423032"/>
            <a:ext cx="5417573" cy="635559"/>
          </a:xfrm>
          <a:prstGeom prst="rect">
            <a:avLst/>
          </a:prstGeom>
          <a:noFill/>
        </p:spPr>
        <p:txBody>
          <a:bodyPr wrap="none" rtlCol="0">
            <a:spAutoFit/>
          </a:bodyPr>
          <a:lstStyle/>
          <a:p>
            <a:r>
              <a:rPr lang="en-US" sz="3530" dirty="0"/>
              <a:t>The Stages of Competence</a:t>
            </a:r>
          </a:p>
        </p:txBody>
      </p:sp>
      <p:sp>
        <p:nvSpPr>
          <p:cNvPr id="11" name="Rounded Rectangular Callout 10">
            <a:extLst>
              <a:ext uri="{FF2B5EF4-FFF2-40B4-BE49-F238E27FC236}">
                <a16:creationId xmlns:a16="http://schemas.microsoft.com/office/drawing/2014/main" id="{06CB9FD5-C90F-5C4F-8D84-2FF7E50E5840}"/>
              </a:ext>
            </a:extLst>
          </p:cNvPr>
          <p:cNvSpPr/>
          <p:nvPr/>
        </p:nvSpPr>
        <p:spPr>
          <a:xfrm>
            <a:off x="812936" y="3289780"/>
            <a:ext cx="2483631" cy="906658"/>
          </a:xfrm>
          <a:prstGeom prst="wedgeRoundRectCallout">
            <a:avLst>
              <a:gd name="adj1" fmla="val 2748"/>
              <a:gd name="adj2" fmla="val 13407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18"/>
              <a:t>“I don’t know what I don’t know.”</a:t>
            </a:r>
          </a:p>
        </p:txBody>
      </p:sp>
      <p:sp>
        <p:nvSpPr>
          <p:cNvPr id="12" name="Rounded Rectangular Callout 11">
            <a:extLst>
              <a:ext uri="{FF2B5EF4-FFF2-40B4-BE49-F238E27FC236}">
                <a16:creationId xmlns:a16="http://schemas.microsoft.com/office/drawing/2014/main" id="{8AA67CF9-42BA-C54F-A597-8A95B6295D5D}"/>
              </a:ext>
            </a:extLst>
          </p:cNvPr>
          <p:cNvSpPr/>
          <p:nvPr/>
        </p:nvSpPr>
        <p:spPr>
          <a:xfrm>
            <a:off x="3296567" y="1581028"/>
            <a:ext cx="2483631" cy="906658"/>
          </a:xfrm>
          <a:prstGeom prst="wedgeRoundRectCallout">
            <a:avLst>
              <a:gd name="adj1" fmla="val -3869"/>
              <a:gd name="adj2" fmla="val 31205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18"/>
              <a:t>”I know what I don’t know.”</a:t>
            </a:r>
          </a:p>
        </p:txBody>
      </p:sp>
      <p:sp>
        <p:nvSpPr>
          <p:cNvPr id="13" name="Rounded Rectangular Callout 12">
            <a:extLst>
              <a:ext uri="{FF2B5EF4-FFF2-40B4-BE49-F238E27FC236}">
                <a16:creationId xmlns:a16="http://schemas.microsoft.com/office/drawing/2014/main" id="{13BFB24A-0C03-624E-B910-89448D049EB0}"/>
              </a:ext>
            </a:extLst>
          </p:cNvPr>
          <p:cNvSpPr/>
          <p:nvPr/>
        </p:nvSpPr>
        <p:spPr>
          <a:xfrm>
            <a:off x="5780198" y="2801430"/>
            <a:ext cx="2483631" cy="906658"/>
          </a:xfrm>
          <a:prstGeom prst="wedgeRoundRectCallout">
            <a:avLst>
              <a:gd name="adj1" fmla="val 2147"/>
              <a:gd name="adj2" fmla="val 17527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18"/>
              <a:t>”I know, but I have to think about it.”</a:t>
            </a:r>
          </a:p>
        </p:txBody>
      </p:sp>
      <p:sp>
        <p:nvSpPr>
          <p:cNvPr id="14" name="Rounded Rectangular Callout 13">
            <a:extLst>
              <a:ext uri="{FF2B5EF4-FFF2-40B4-BE49-F238E27FC236}">
                <a16:creationId xmlns:a16="http://schemas.microsoft.com/office/drawing/2014/main" id="{386B6AEA-61DB-3C46-82CF-2AAA196EDF9D}"/>
              </a:ext>
            </a:extLst>
          </p:cNvPr>
          <p:cNvSpPr/>
          <p:nvPr/>
        </p:nvSpPr>
        <p:spPr>
          <a:xfrm>
            <a:off x="8526929" y="2185137"/>
            <a:ext cx="2713590" cy="906658"/>
          </a:xfrm>
          <a:prstGeom prst="wedgeRoundRectCallout">
            <a:avLst>
              <a:gd name="adj1" fmla="val -10486"/>
              <a:gd name="adj2" fmla="val 25108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18"/>
              <a:t>“I know, and I don’t have to think about it.</a:t>
            </a:r>
          </a:p>
        </p:txBody>
      </p:sp>
    </p:spTree>
    <p:extLst>
      <p:ext uri="{BB962C8B-B14F-4D97-AF65-F5344CB8AC3E}">
        <p14:creationId xmlns:p14="http://schemas.microsoft.com/office/powerpoint/2010/main" val="3670492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1" grpId="0" animBg="1"/>
      <p:bldP spid="12" grpId="0" animBg="1"/>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94D99E-EC5D-8343-AC02-4E9829328FFC}"/>
              </a:ext>
            </a:extLst>
          </p:cNvPr>
          <p:cNvCxnSpPr/>
          <p:nvPr/>
        </p:nvCxnSpPr>
        <p:spPr>
          <a:xfrm>
            <a:off x="880171" y="4602561"/>
            <a:ext cx="10360348" cy="0"/>
          </a:xfrm>
          <a:prstGeom prst="line">
            <a:avLst/>
          </a:prstGeom>
        </p:spPr>
        <p:style>
          <a:lnRef idx="3">
            <a:schemeClr val="accent1"/>
          </a:lnRef>
          <a:fillRef idx="0">
            <a:schemeClr val="accent1"/>
          </a:fillRef>
          <a:effectRef idx="2">
            <a:schemeClr val="accent1"/>
          </a:effectRef>
          <a:fontRef idx="minor">
            <a:schemeClr val="tx1"/>
          </a:fontRef>
        </p:style>
      </p:cxnSp>
      <p:sp>
        <p:nvSpPr>
          <p:cNvPr id="5" name="TextBox 4">
            <a:extLst>
              <a:ext uri="{FF2B5EF4-FFF2-40B4-BE49-F238E27FC236}">
                <a16:creationId xmlns:a16="http://schemas.microsoft.com/office/drawing/2014/main" id="{E8D105EC-820E-DC45-9550-4E3A57ED778D}"/>
              </a:ext>
            </a:extLst>
          </p:cNvPr>
          <p:cNvSpPr txBox="1"/>
          <p:nvPr/>
        </p:nvSpPr>
        <p:spPr>
          <a:xfrm>
            <a:off x="880171" y="4919042"/>
            <a:ext cx="2349161" cy="744178"/>
          </a:xfrm>
          <a:prstGeom prst="rect">
            <a:avLst/>
          </a:prstGeom>
          <a:noFill/>
        </p:spPr>
        <p:txBody>
          <a:bodyPr wrap="square" rtlCol="0">
            <a:spAutoFit/>
          </a:bodyPr>
          <a:lstStyle/>
          <a:p>
            <a:pPr algn="ctr"/>
            <a:r>
              <a:rPr lang="en-US" sz="2118" dirty="0"/>
              <a:t>Unconscious incompetence</a:t>
            </a:r>
          </a:p>
        </p:txBody>
      </p:sp>
      <p:sp>
        <p:nvSpPr>
          <p:cNvPr id="6" name="TextBox 5">
            <a:extLst>
              <a:ext uri="{FF2B5EF4-FFF2-40B4-BE49-F238E27FC236}">
                <a16:creationId xmlns:a16="http://schemas.microsoft.com/office/drawing/2014/main" id="{D83B5603-3498-714D-A66F-6B0DB3FEC45C}"/>
              </a:ext>
            </a:extLst>
          </p:cNvPr>
          <p:cNvSpPr txBox="1"/>
          <p:nvPr/>
        </p:nvSpPr>
        <p:spPr>
          <a:xfrm>
            <a:off x="5847433" y="4919042"/>
            <a:ext cx="2349161" cy="744178"/>
          </a:xfrm>
          <a:prstGeom prst="rect">
            <a:avLst/>
          </a:prstGeom>
          <a:noFill/>
        </p:spPr>
        <p:txBody>
          <a:bodyPr wrap="square" rtlCol="0">
            <a:spAutoFit/>
          </a:bodyPr>
          <a:lstStyle/>
          <a:p>
            <a:pPr algn="ctr"/>
            <a:r>
              <a:rPr lang="en-US" sz="2118"/>
              <a:t>Conscious</a:t>
            </a:r>
          </a:p>
          <a:p>
            <a:pPr algn="ctr"/>
            <a:r>
              <a:rPr lang="en-US" sz="2118"/>
              <a:t>competence</a:t>
            </a:r>
          </a:p>
        </p:txBody>
      </p:sp>
      <p:sp>
        <p:nvSpPr>
          <p:cNvPr id="7" name="TextBox 6">
            <a:extLst>
              <a:ext uri="{FF2B5EF4-FFF2-40B4-BE49-F238E27FC236}">
                <a16:creationId xmlns:a16="http://schemas.microsoft.com/office/drawing/2014/main" id="{62168130-CC22-E249-928B-2E1E58C2FF65}"/>
              </a:ext>
            </a:extLst>
          </p:cNvPr>
          <p:cNvSpPr txBox="1"/>
          <p:nvPr/>
        </p:nvSpPr>
        <p:spPr>
          <a:xfrm>
            <a:off x="3363802" y="4919042"/>
            <a:ext cx="2349161" cy="744178"/>
          </a:xfrm>
          <a:prstGeom prst="rect">
            <a:avLst/>
          </a:prstGeom>
          <a:noFill/>
        </p:spPr>
        <p:txBody>
          <a:bodyPr wrap="square" rtlCol="0">
            <a:spAutoFit/>
          </a:bodyPr>
          <a:lstStyle/>
          <a:p>
            <a:pPr algn="ctr"/>
            <a:r>
              <a:rPr lang="en-US" sz="2118"/>
              <a:t>Conscious incompetence</a:t>
            </a:r>
          </a:p>
        </p:txBody>
      </p:sp>
      <p:sp>
        <p:nvSpPr>
          <p:cNvPr id="8" name="TextBox 7">
            <a:extLst>
              <a:ext uri="{FF2B5EF4-FFF2-40B4-BE49-F238E27FC236}">
                <a16:creationId xmlns:a16="http://schemas.microsoft.com/office/drawing/2014/main" id="{E5A4B9E8-573A-FB42-8765-F2797ECFB9D7}"/>
              </a:ext>
            </a:extLst>
          </p:cNvPr>
          <p:cNvSpPr txBox="1"/>
          <p:nvPr/>
        </p:nvSpPr>
        <p:spPr>
          <a:xfrm>
            <a:off x="8331064" y="4919042"/>
            <a:ext cx="2349161" cy="744178"/>
          </a:xfrm>
          <a:prstGeom prst="rect">
            <a:avLst/>
          </a:prstGeom>
          <a:noFill/>
        </p:spPr>
        <p:txBody>
          <a:bodyPr wrap="square" rtlCol="0">
            <a:spAutoFit/>
          </a:bodyPr>
          <a:lstStyle/>
          <a:p>
            <a:pPr algn="ctr"/>
            <a:r>
              <a:rPr lang="en-US" sz="2118"/>
              <a:t>Unconscious</a:t>
            </a:r>
          </a:p>
          <a:p>
            <a:pPr algn="ctr"/>
            <a:r>
              <a:rPr lang="en-US" sz="2118"/>
              <a:t>competence</a:t>
            </a:r>
          </a:p>
        </p:txBody>
      </p:sp>
      <p:sp>
        <p:nvSpPr>
          <p:cNvPr id="10" name="TextBox 9">
            <a:extLst>
              <a:ext uri="{FF2B5EF4-FFF2-40B4-BE49-F238E27FC236}">
                <a16:creationId xmlns:a16="http://schemas.microsoft.com/office/drawing/2014/main" id="{BEFAA3E8-35AF-CA41-B938-B96EED340FE4}"/>
              </a:ext>
            </a:extLst>
          </p:cNvPr>
          <p:cNvSpPr txBox="1"/>
          <p:nvPr/>
        </p:nvSpPr>
        <p:spPr>
          <a:xfrm>
            <a:off x="880171" y="581121"/>
            <a:ext cx="5938870" cy="635559"/>
          </a:xfrm>
          <a:prstGeom prst="rect">
            <a:avLst/>
          </a:prstGeom>
          <a:noFill/>
        </p:spPr>
        <p:txBody>
          <a:bodyPr wrap="none" rtlCol="0">
            <a:spAutoFit/>
          </a:bodyPr>
          <a:lstStyle/>
          <a:p>
            <a:r>
              <a:rPr lang="en-US" sz="3530"/>
              <a:t>Confidence and Competence</a:t>
            </a:r>
          </a:p>
        </p:txBody>
      </p:sp>
      <p:sp>
        <p:nvSpPr>
          <p:cNvPr id="3" name="TextBox 2">
            <a:extLst>
              <a:ext uri="{FF2B5EF4-FFF2-40B4-BE49-F238E27FC236}">
                <a16:creationId xmlns:a16="http://schemas.microsoft.com/office/drawing/2014/main" id="{14022EBD-9CA5-0347-93C7-A6283D92B0FE}"/>
              </a:ext>
            </a:extLst>
          </p:cNvPr>
          <p:cNvSpPr txBox="1"/>
          <p:nvPr/>
        </p:nvSpPr>
        <p:spPr>
          <a:xfrm>
            <a:off x="169286" y="2496792"/>
            <a:ext cx="1545616" cy="418256"/>
          </a:xfrm>
          <a:prstGeom prst="rect">
            <a:avLst/>
          </a:prstGeom>
          <a:noFill/>
        </p:spPr>
        <p:txBody>
          <a:bodyPr wrap="none" rtlCol="0">
            <a:spAutoFit/>
          </a:bodyPr>
          <a:lstStyle/>
          <a:p>
            <a:r>
              <a:rPr lang="en-US" sz="2118"/>
              <a:t>Confidence</a:t>
            </a:r>
          </a:p>
        </p:txBody>
      </p:sp>
      <mc:AlternateContent xmlns:mc="http://schemas.openxmlformats.org/markup-compatibility/2006" xmlns:p14="http://schemas.microsoft.com/office/powerpoint/2010/main">
        <mc:Choice Requires="p14">
          <p:contentPart p14:bwMode="auto" r:id="rId3">
            <p14:nvContentPartPr>
              <p14:cNvPr id="18" name="Ink 18">
                <a:extLst>
                  <a:ext uri="{FF2B5EF4-FFF2-40B4-BE49-F238E27FC236}">
                    <a16:creationId xmlns:a16="http://schemas.microsoft.com/office/drawing/2014/main" id="{65D84E39-6264-E14E-A819-A5B154210A50}"/>
                  </a:ext>
                </a:extLst>
              </p14:cNvPr>
              <p14:cNvContentPartPr/>
              <p14:nvPr/>
            </p14:nvContentPartPr>
            <p14:xfrm>
              <a:off x="1762957" y="2594596"/>
              <a:ext cx="1282659" cy="193447"/>
            </p14:xfrm>
          </p:contentPart>
        </mc:Choice>
        <mc:Fallback xmlns="">
          <p:pic>
            <p:nvPicPr>
              <p:cNvPr id="18" name="Ink 18">
                <a:extLst>
                  <a:ext uri="{FF2B5EF4-FFF2-40B4-BE49-F238E27FC236}">
                    <a16:creationId xmlns:a16="http://schemas.microsoft.com/office/drawing/2014/main" id="{65D84E39-6264-E14E-A819-A5B154210A50}"/>
                  </a:ext>
                </a:extLst>
              </p:cNvPr>
              <p:cNvPicPr/>
              <p:nvPr/>
            </p:nvPicPr>
            <p:blipFill>
              <a:blip r:embed="rId4"/>
              <a:stretch>
                <a:fillRect/>
              </a:stretch>
            </p:blipFill>
            <p:spPr>
              <a:xfrm>
                <a:off x="1732006" y="2563616"/>
                <a:ext cx="1343841" cy="254687"/>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2" name="Ink 22">
                <a:extLst>
                  <a:ext uri="{FF2B5EF4-FFF2-40B4-BE49-F238E27FC236}">
                    <a16:creationId xmlns:a16="http://schemas.microsoft.com/office/drawing/2014/main" id="{2629AA88-1D28-CD4D-9774-8B9A45284757}"/>
                  </a:ext>
                </a:extLst>
              </p14:cNvPr>
              <p14:cNvContentPartPr/>
              <p14:nvPr/>
            </p14:nvContentPartPr>
            <p14:xfrm>
              <a:off x="3076428" y="2669243"/>
              <a:ext cx="2639965" cy="1718788"/>
            </p14:xfrm>
          </p:contentPart>
        </mc:Choice>
        <mc:Fallback xmlns="">
          <p:pic>
            <p:nvPicPr>
              <p:cNvPr id="22" name="Ink 22">
                <a:extLst>
                  <a:ext uri="{FF2B5EF4-FFF2-40B4-BE49-F238E27FC236}">
                    <a16:creationId xmlns:a16="http://schemas.microsoft.com/office/drawing/2014/main" id="{2629AA88-1D28-CD4D-9774-8B9A45284757}"/>
                  </a:ext>
                </a:extLst>
              </p:cNvPr>
              <p:cNvPicPr/>
              <p:nvPr/>
            </p:nvPicPr>
            <p:blipFill>
              <a:blip r:embed="rId6"/>
              <a:stretch>
                <a:fillRect/>
              </a:stretch>
            </p:blipFill>
            <p:spPr>
              <a:xfrm>
                <a:off x="3045467" y="2638280"/>
                <a:ext cx="2701527" cy="1779993"/>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6" name="Ink 26">
                <a:extLst>
                  <a:ext uri="{FF2B5EF4-FFF2-40B4-BE49-F238E27FC236}">
                    <a16:creationId xmlns:a16="http://schemas.microsoft.com/office/drawing/2014/main" id="{6DAAAB54-72E4-A041-8455-229161A1BF8A}"/>
                  </a:ext>
                </a:extLst>
              </p14:cNvPr>
              <p14:cNvContentPartPr/>
              <p14:nvPr/>
            </p14:nvContentPartPr>
            <p14:xfrm>
              <a:off x="5734816" y="2775020"/>
              <a:ext cx="2254024" cy="1507235"/>
            </p14:xfrm>
          </p:contentPart>
        </mc:Choice>
        <mc:Fallback xmlns="">
          <p:pic>
            <p:nvPicPr>
              <p:cNvPr id="26" name="Ink 26">
                <a:extLst>
                  <a:ext uri="{FF2B5EF4-FFF2-40B4-BE49-F238E27FC236}">
                    <a16:creationId xmlns:a16="http://schemas.microsoft.com/office/drawing/2014/main" id="{6DAAAB54-72E4-A041-8455-229161A1BF8A}"/>
                  </a:ext>
                </a:extLst>
              </p:cNvPr>
              <p:cNvPicPr/>
              <p:nvPr/>
            </p:nvPicPr>
            <p:blipFill>
              <a:blip r:embed="rId8"/>
              <a:stretch>
                <a:fillRect/>
              </a:stretch>
            </p:blipFill>
            <p:spPr>
              <a:xfrm>
                <a:off x="5703855" y="2744054"/>
                <a:ext cx="2315586" cy="156844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2" name="Ink 32">
                <a:extLst>
                  <a:ext uri="{FF2B5EF4-FFF2-40B4-BE49-F238E27FC236}">
                    <a16:creationId xmlns:a16="http://schemas.microsoft.com/office/drawing/2014/main" id="{7D2D0E2E-7378-BD43-89CC-5BF94EC4907A}"/>
                  </a:ext>
                </a:extLst>
              </p14:cNvPr>
              <p14:cNvContentPartPr/>
              <p14:nvPr/>
            </p14:nvContentPartPr>
            <p14:xfrm>
              <a:off x="7957392" y="1722972"/>
              <a:ext cx="2614871" cy="1077459"/>
            </p14:xfrm>
          </p:contentPart>
        </mc:Choice>
        <mc:Fallback xmlns="">
          <p:pic>
            <p:nvPicPr>
              <p:cNvPr id="32" name="Ink 32">
                <a:extLst>
                  <a:ext uri="{FF2B5EF4-FFF2-40B4-BE49-F238E27FC236}">
                    <a16:creationId xmlns:a16="http://schemas.microsoft.com/office/drawing/2014/main" id="{7D2D0E2E-7378-BD43-89CC-5BF94EC4907A}"/>
                  </a:ext>
                </a:extLst>
              </p:cNvPr>
              <p:cNvPicPr/>
              <p:nvPr/>
            </p:nvPicPr>
            <p:blipFill>
              <a:blip r:embed="rId10"/>
              <a:stretch>
                <a:fillRect/>
              </a:stretch>
            </p:blipFill>
            <p:spPr>
              <a:xfrm>
                <a:off x="7926438" y="1692002"/>
                <a:ext cx="2676059" cy="1139038"/>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9" name="Ink 39">
                <a:extLst>
                  <a:ext uri="{FF2B5EF4-FFF2-40B4-BE49-F238E27FC236}">
                    <a16:creationId xmlns:a16="http://schemas.microsoft.com/office/drawing/2014/main" id="{541346D8-AF14-7E41-8227-2382FC23BD7E}"/>
                  </a:ext>
                </a:extLst>
              </p14:cNvPr>
              <p14:cNvContentPartPr/>
              <p14:nvPr/>
            </p14:nvContentPartPr>
            <p14:xfrm>
              <a:off x="10609428" y="1573678"/>
              <a:ext cx="361482" cy="355129"/>
            </p14:xfrm>
          </p:contentPart>
        </mc:Choice>
        <mc:Fallback xmlns="">
          <p:pic>
            <p:nvPicPr>
              <p:cNvPr id="39" name="Ink 39">
                <a:extLst>
                  <a:ext uri="{FF2B5EF4-FFF2-40B4-BE49-F238E27FC236}">
                    <a16:creationId xmlns:a16="http://schemas.microsoft.com/office/drawing/2014/main" id="{541346D8-AF14-7E41-8227-2382FC23BD7E}"/>
                  </a:ext>
                </a:extLst>
              </p:cNvPr>
              <p:cNvPicPr/>
              <p:nvPr/>
            </p:nvPicPr>
            <p:blipFill>
              <a:blip r:embed="rId12"/>
              <a:stretch>
                <a:fillRect/>
              </a:stretch>
            </p:blipFill>
            <p:spPr>
              <a:xfrm>
                <a:off x="10568383" y="1532660"/>
                <a:ext cx="443572" cy="437165"/>
              </a:xfrm>
              <a:prstGeom prst="rect">
                <a:avLst/>
              </a:prstGeom>
            </p:spPr>
          </p:pic>
        </mc:Fallback>
      </mc:AlternateContent>
      <p:sp>
        <p:nvSpPr>
          <p:cNvPr id="12" name="TextBox 11">
            <a:extLst>
              <a:ext uri="{FF2B5EF4-FFF2-40B4-BE49-F238E27FC236}">
                <a16:creationId xmlns:a16="http://schemas.microsoft.com/office/drawing/2014/main" id="{7CBF30F6-7DB2-CD44-8AF6-1A00988381DF}"/>
              </a:ext>
            </a:extLst>
          </p:cNvPr>
          <p:cNvSpPr txBox="1"/>
          <p:nvPr/>
        </p:nvSpPr>
        <p:spPr>
          <a:xfrm>
            <a:off x="771113" y="1286378"/>
            <a:ext cx="2567276" cy="96154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pPr algn="ctr"/>
            <a:r>
              <a:rPr lang="en-US" sz="2824" dirty="0"/>
              <a:t>Also enjoyment!</a:t>
            </a:r>
          </a:p>
        </p:txBody>
      </p:sp>
      <mc:AlternateContent xmlns:mc="http://schemas.openxmlformats.org/markup-compatibility/2006" xmlns:p14="http://schemas.microsoft.com/office/powerpoint/2010/main">
        <mc:Choice Requires="p14">
          <p:contentPart p14:bwMode="auto" r:id="rId13">
            <p14:nvContentPartPr>
              <p14:cNvPr id="17" name="Ink 18">
                <a:extLst>
                  <a:ext uri="{FF2B5EF4-FFF2-40B4-BE49-F238E27FC236}">
                    <a16:creationId xmlns:a16="http://schemas.microsoft.com/office/drawing/2014/main" id="{19E23F26-DA5C-ED40-8C52-0EC564F4B5D1}"/>
                  </a:ext>
                </a:extLst>
              </p14:cNvPr>
              <p14:cNvContentPartPr/>
              <p14:nvPr/>
            </p14:nvContentPartPr>
            <p14:xfrm>
              <a:off x="7969781" y="2519823"/>
              <a:ext cx="3168847" cy="1525659"/>
            </p14:xfrm>
          </p:contentPart>
        </mc:Choice>
        <mc:Fallback xmlns="">
          <p:pic>
            <p:nvPicPr>
              <p:cNvPr id="17" name="Ink 18">
                <a:extLst>
                  <a:ext uri="{FF2B5EF4-FFF2-40B4-BE49-F238E27FC236}">
                    <a16:creationId xmlns:a16="http://schemas.microsoft.com/office/drawing/2014/main" id="{19E23F26-DA5C-ED40-8C52-0EC564F4B5D1}"/>
                  </a:ext>
                </a:extLst>
              </p:cNvPr>
              <p:cNvPicPr/>
              <p:nvPr/>
            </p:nvPicPr>
            <p:blipFill>
              <a:blip r:embed="rId14"/>
              <a:stretch>
                <a:fillRect/>
              </a:stretch>
            </p:blipFill>
            <p:spPr>
              <a:xfrm>
                <a:off x="7938823" y="2488863"/>
                <a:ext cx="3230402" cy="1586858"/>
              </a:xfrm>
              <a:prstGeom prst="rect">
                <a:avLst/>
              </a:prstGeom>
            </p:spPr>
          </p:pic>
        </mc:Fallback>
      </mc:AlternateContent>
      <p:sp>
        <p:nvSpPr>
          <p:cNvPr id="27" name="TextBox 26">
            <a:extLst>
              <a:ext uri="{FF2B5EF4-FFF2-40B4-BE49-F238E27FC236}">
                <a16:creationId xmlns:a16="http://schemas.microsoft.com/office/drawing/2014/main" id="{2DF4A70E-F6E8-A247-AC1A-48602FBD364B}"/>
              </a:ext>
            </a:extLst>
          </p:cNvPr>
          <p:cNvSpPr txBox="1"/>
          <p:nvPr/>
        </p:nvSpPr>
        <p:spPr>
          <a:xfrm>
            <a:off x="7988840" y="3898481"/>
            <a:ext cx="2567276" cy="526939"/>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2824"/>
              <a:t>But teaching…</a:t>
            </a:r>
          </a:p>
        </p:txBody>
      </p:sp>
    </p:spTree>
    <p:extLst>
      <p:ext uri="{BB962C8B-B14F-4D97-AF65-F5344CB8AC3E}">
        <p14:creationId xmlns:p14="http://schemas.microsoft.com/office/powerpoint/2010/main" val="2534403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2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095DB-D231-92E5-A864-890F4FF9E054}"/>
              </a:ext>
            </a:extLst>
          </p:cNvPr>
          <p:cNvSpPr>
            <a:spLocks noGrp="1"/>
          </p:cNvSpPr>
          <p:nvPr>
            <p:ph type="title"/>
          </p:nvPr>
        </p:nvSpPr>
        <p:spPr/>
        <p:txBody>
          <a:bodyPr/>
          <a:lstStyle/>
          <a:p>
            <a:r>
              <a:rPr lang="en-US" dirty="0"/>
              <a:t>UI design in review</a:t>
            </a:r>
          </a:p>
        </p:txBody>
      </p:sp>
      <p:sp>
        <p:nvSpPr>
          <p:cNvPr id="3" name="Content Placeholder 2">
            <a:extLst>
              <a:ext uri="{FF2B5EF4-FFF2-40B4-BE49-F238E27FC236}">
                <a16:creationId xmlns:a16="http://schemas.microsoft.com/office/drawing/2014/main" id="{B303A586-88E6-E1A8-35A3-4852DB3A07F9}"/>
              </a:ext>
            </a:extLst>
          </p:cNvPr>
          <p:cNvSpPr>
            <a:spLocks noGrp="1"/>
          </p:cNvSpPr>
          <p:nvPr>
            <p:ph idx="1"/>
          </p:nvPr>
        </p:nvSpPr>
        <p:spPr/>
        <p:txBody>
          <a:bodyPr>
            <a:normAutofit lnSpcReduction="10000"/>
          </a:bodyPr>
          <a:lstStyle/>
          <a:p>
            <a:pPr marL="514350" indent="-514350">
              <a:buFont typeface="+mj-lt"/>
              <a:buAutoNum type="arabicPeriod"/>
            </a:pPr>
            <a:r>
              <a:rPr lang="en-US" dirty="0"/>
              <a:t>Memory and learning</a:t>
            </a:r>
          </a:p>
          <a:p>
            <a:pPr lvl="1"/>
            <a:r>
              <a:rPr lang="en-US" dirty="0"/>
              <a:t>Short- and long-term memory</a:t>
            </a:r>
          </a:p>
          <a:p>
            <a:pPr lvl="1"/>
            <a:r>
              <a:rPr lang="en-US" dirty="0"/>
              <a:t>System 1 &amp; 2 cognition</a:t>
            </a:r>
          </a:p>
          <a:p>
            <a:pPr lvl="1"/>
            <a:r>
              <a:rPr lang="en-US" dirty="0"/>
              <a:t>Unconscious/conscious (in-)competence</a:t>
            </a:r>
          </a:p>
          <a:p>
            <a:pPr marL="514350" indent="-514350">
              <a:buFont typeface="+mj-lt"/>
              <a:buAutoNum type="arabicPeriod"/>
            </a:pPr>
            <a:r>
              <a:rPr lang="en-US" b="1" dirty="0"/>
              <a:t>Visual perception</a:t>
            </a:r>
          </a:p>
          <a:p>
            <a:pPr lvl="1"/>
            <a:r>
              <a:rPr lang="en-US" b="1" dirty="0"/>
              <a:t>Gestalt principles</a:t>
            </a:r>
          </a:p>
          <a:p>
            <a:pPr marL="514350" indent="-514350">
              <a:buFont typeface="+mj-lt"/>
              <a:buAutoNum type="arabicPeriod"/>
            </a:pPr>
            <a:r>
              <a:rPr lang="en-US" b="1" dirty="0"/>
              <a:t>Physical and emotional realities</a:t>
            </a:r>
            <a:endParaRPr lang="en-US" dirty="0"/>
          </a:p>
          <a:p>
            <a:pPr lvl="1"/>
            <a:r>
              <a:rPr lang="en-US" b="1" dirty="0"/>
              <a:t>Fitts's law</a:t>
            </a:r>
          </a:p>
          <a:p>
            <a:pPr lvl="1"/>
            <a:r>
              <a:rPr lang="en-US" b="1" dirty="0"/>
              <a:t>Responsiveness</a:t>
            </a:r>
          </a:p>
          <a:p>
            <a:pPr lvl="1"/>
            <a:r>
              <a:rPr lang="en-US" b="1" dirty="0"/>
              <a:t>Multitasking</a:t>
            </a:r>
          </a:p>
          <a:p>
            <a:pPr lvl="1"/>
            <a:r>
              <a:rPr lang="en-US" b="1" dirty="0"/>
              <a:t>Cognitive biases</a:t>
            </a:r>
          </a:p>
          <a:p>
            <a:pPr lvl="1"/>
            <a:endParaRPr lang="en-US" b="1" dirty="0"/>
          </a:p>
        </p:txBody>
      </p:sp>
    </p:spTree>
    <p:extLst>
      <p:ext uri="{BB962C8B-B14F-4D97-AF65-F5344CB8AC3E}">
        <p14:creationId xmlns:p14="http://schemas.microsoft.com/office/powerpoint/2010/main" val="1921114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5786F-E02E-453B-C509-8FA6A0097C6F}"/>
              </a:ext>
            </a:extLst>
          </p:cNvPr>
          <p:cNvSpPr>
            <a:spLocks noGrp="1"/>
          </p:cNvSpPr>
          <p:nvPr>
            <p:ph type="title"/>
          </p:nvPr>
        </p:nvSpPr>
        <p:spPr/>
        <p:txBody>
          <a:bodyPr/>
          <a:lstStyle/>
          <a:p>
            <a:r>
              <a:rPr lang="en-US" dirty="0"/>
              <a:t>Gestalt Principles</a:t>
            </a:r>
          </a:p>
        </p:txBody>
      </p:sp>
      <p:sp>
        <p:nvSpPr>
          <p:cNvPr id="3" name="Content Placeholder 2">
            <a:extLst>
              <a:ext uri="{FF2B5EF4-FFF2-40B4-BE49-F238E27FC236}">
                <a16:creationId xmlns:a16="http://schemas.microsoft.com/office/drawing/2014/main" id="{A1704D9A-B2CE-92E0-70BB-AB58822433BD}"/>
              </a:ext>
            </a:extLst>
          </p:cNvPr>
          <p:cNvSpPr>
            <a:spLocks noGrp="1"/>
          </p:cNvSpPr>
          <p:nvPr>
            <p:ph idx="1"/>
          </p:nvPr>
        </p:nvSpPr>
        <p:spPr>
          <a:xfrm>
            <a:off x="838200" y="1825625"/>
            <a:ext cx="10515600" cy="4667250"/>
          </a:xfrm>
        </p:spPr>
        <p:txBody>
          <a:bodyPr>
            <a:normAutofit fontScale="92500" lnSpcReduction="20000"/>
          </a:bodyPr>
          <a:lstStyle/>
          <a:p>
            <a:r>
              <a:rPr lang="en-US" dirty="0"/>
              <a:t>Psychological principles for how human's perceive visual information</a:t>
            </a:r>
          </a:p>
          <a:p>
            <a:pPr lvl="1"/>
            <a:r>
              <a:rPr lang="en-US" b="1" dirty="0"/>
              <a:t>An interface is more than the sum of its parts!</a:t>
            </a:r>
          </a:p>
          <a:p>
            <a:pPr lvl="1"/>
            <a:endParaRPr lang="en-US" b="1" dirty="0"/>
          </a:p>
          <a:p>
            <a:pPr marL="514350" indent="-514350">
              <a:buFont typeface="+mj-lt"/>
              <a:buAutoNum type="arabicPeriod"/>
            </a:pPr>
            <a:r>
              <a:rPr lang="en-US" b="1" dirty="0"/>
              <a:t>Proximity</a:t>
            </a:r>
            <a:r>
              <a:rPr lang="en-US" dirty="0"/>
              <a:t>: group things together that are close to each other in space.</a:t>
            </a:r>
          </a:p>
          <a:p>
            <a:pPr marL="514350" indent="-514350">
              <a:buFont typeface="+mj-lt"/>
              <a:buAutoNum type="arabicPeriod"/>
            </a:pPr>
            <a:r>
              <a:rPr lang="en-US" b="1" dirty="0"/>
              <a:t>Similarity</a:t>
            </a:r>
            <a:r>
              <a:rPr lang="en-US" dirty="0"/>
              <a:t>: group things together that look alike.</a:t>
            </a:r>
          </a:p>
          <a:p>
            <a:pPr marL="514350" indent="-514350">
              <a:buFont typeface="+mj-lt"/>
              <a:buAutoNum type="arabicPeriod"/>
            </a:pPr>
            <a:r>
              <a:rPr lang="en-US" b="1" dirty="0"/>
              <a:t>Continuity</a:t>
            </a:r>
            <a:r>
              <a:rPr lang="en-US" dirty="0"/>
              <a:t>: fill in discrete structures into continuous structures automatically.</a:t>
            </a:r>
          </a:p>
          <a:p>
            <a:pPr marL="514350" indent="-514350">
              <a:buFont typeface="+mj-lt"/>
              <a:buAutoNum type="arabicPeriod"/>
            </a:pPr>
            <a:r>
              <a:rPr lang="en-US" b="1" dirty="0"/>
              <a:t>Closure</a:t>
            </a:r>
            <a:r>
              <a:rPr lang="en-US" dirty="0"/>
              <a:t>: Automatically close structures that are open.</a:t>
            </a:r>
          </a:p>
          <a:p>
            <a:pPr marL="514350" indent="-514350">
              <a:buFont typeface="+mj-lt"/>
              <a:buAutoNum type="arabicPeriod"/>
            </a:pPr>
            <a:r>
              <a:rPr lang="en-US" b="1" dirty="0"/>
              <a:t>Symmetry</a:t>
            </a:r>
            <a:r>
              <a:rPr lang="en-US" dirty="0"/>
              <a:t>: Reduce complexity by seeking out symmetry.</a:t>
            </a:r>
          </a:p>
          <a:p>
            <a:pPr marL="514350" indent="-514350">
              <a:buFont typeface="+mj-lt"/>
              <a:buAutoNum type="arabicPeriod"/>
            </a:pPr>
            <a:r>
              <a:rPr lang="en-US" b="1" dirty="0"/>
              <a:t>Figure/ground</a:t>
            </a:r>
            <a:r>
              <a:rPr lang="en-US" dirty="0"/>
              <a:t>: Recognize elements that are in the foreground versus the background.</a:t>
            </a:r>
          </a:p>
          <a:p>
            <a:endParaRPr lang="en-US" dirty="0"/>
          </a:p>
        </p:txBody>
      </p:sp>
    </p:spTree>
    <p:extLst>
      <p:ext uri="{BB962C8B-B14F-4D97-AF65-F5344CB8AC3E}">
        <p14:creationId xmlns:p14="http://schemas.microsoft.com/office/powerpoint/2010/main" val="664425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27420-615C-186C-518F-CBC5E5F49218}"/>
              </a:ext>
            </a:extLst>
          </p:cNvPr>
          <p:cNvSpPr>
            <a:spLocks noGrp="1"/>
          </p:cNvSpPr>
          <p:nvPr>
            <p:ph type="title"/>
          </p:nvPr>
        </p:nvSpPr>
        <p:spPr/>
        <p:txBody>
          <a:bodyPr/>
          <a:lstStyle/>
          <a:p>
            <a:r>
              <a:rPr lang="en-US" dirty="0"/>
              <a:t>"Reading is Unnatural"</a:t>
            </a:r>
          </a:p>
        </p:txBody>
      </p:sp>
      <p:sp>
        <p:nvSpPr>
          <p:cNvPr id="3" name="Content Placeholder 2">
            <a:extLst>
              <a:ext uri="{FF2B5EF4-FFF2-40B4-BE49-F238E27FC236}">
                <a16:creationId xmlns:a16="http://schemas.microsoft.com/office/drawing/2014/main" id="{08ACE4D6-F852-C6D8-05C9-9847CB6E0D54}"/>
              </a:ext>
            </a:extLst>
          </p:cNvPr>
          <p:cNvSpPr>
            <a:spLocks noGrp="1"/>
          </p:cNvSpPr>
          <p:nvPr>
            <p:ph idx="1"/>
          </p:nvPr>
        </p:nvSpPr>
        <p:spPr/>
        <p:txBody>
          <a:bodyPr/>
          <a:lstStyle/>
          <a:p>
            <a:r>
              <a:rPr lang="en-US" i="1" dirty="0">
                <a:latin typeface="Ravie" panose="020F0502020204030204" pitchFamily="34" charset="0"/>
                <a:cs typeface="Ravie" panose="020F0502020204030204" pitchFamily="34" charset="0"/>
              </a:rPr>
              <a:t>Humans</a:t>
            </a:r>
            <a:r>
              <a:rPr lang="en-US" i="1" dirty="0"/>
              <a:t> are "prewired" to learn a spoken language, but not to learn to read </a:t>
            </a:r>
            <a:r>
              <a:rPr lang="en-US" dirty="0"/>
              <a:t>(</a:t>
            </a:r>
            <a:r>
              <a:rPr lang="en-US" i="1" dirty="0"/>
              <a:t>Designing with the Mind in Mind, </a:t>
            </a:r>
            <a:r>
              <a:rPr lang="en-US" dirty="0"/>
              <a:t>Johnson)</a:t>
            </a:r>
          </a:p>
          <a:p>
            <a:pPr lvl="1"/>
            <a:r>
              <a:rPr lang="en-US" dirty="0"/>
              <a:t>Reading amounts to </a:t>
            </a:r>
            <a:r>
              <a:rPr lang="en-US" i="1" dirty="0"/>
              <a:t>training our visual system</a:t>
            </a:r>
            <a:r>
              <a:rPr lang="en-US" dirty="0"/>
              <a:t> to understand patterns of symbols</a:t>
            </a:r>
          </a:p>
          <a:p>
            <a:pPr lvl="1"/>
            <a:r>
              <a:rPr lang="en-US" dirty="0"/>
              <a:t>Primarily occurs in a top-down (feature) manner with bottom-up (context) information assisting</a:t>
            </a:r>
          </a:p>
          <a:p>
            <a:pPr lvl="1"/>
            <a:r>
              <a:rPr lang="en-US" dirty="0"/>
              <a:t>Optimizing for reading is important!</a:t>
            </a:r>
          </a:p>
          <a:p>
            <a:pPr lvl="2"/>
            <a:r>
              <a:rPr lang="en-US" dirty="0"/>
              <a:t>Vocabulary</a:t>
            </a:r>
          </a:p>
          <a:p>
            <a:pPr lvl="2"/>
            <a:r>
              <a:rPr lang="en-US" dirty="0"/>
              <a:t>Fonts</a:t>
            </a:r>
          </a:p>
          <a:p>
            <a:pPr lvl="2"/>
            <a:r>
              <a:rPr lang="en-US" dirty="0"/>
              <a:t>Color</a:t>
            </a:r>
          </a:p>
          <a:p>
            <a:pPr lvl="2"/>
            <a:r>
              <a:rPr lang="en-US" dirty="0"/>
              <a:t>Etc.</a:t>
            </a:r>
          </a:p>
        </p:txBody>
      </p:sp>
    </p:spTree>
    <p:extLst>
      <p:ext uri="{BB962C8B-B14F-4D97-AF65-F5344CB8AC3E}">
        <p14:creationId xmlns:p14="http://schemas.microsoft.com/office/powerpoint/2010/main" val="691911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5B34E-E484-464C-3739-FDA58734D495}"/>
              </a:ext>
            </a:extLst>
          </p:cNvPr>
          <p:cNvSpPr>
            <a:spLocks noGrp="1"/>
          </p:cNvSpPr>
          <p:nvPr>
            <p:ph type="title"/>
          </p:nvPr>
        </p:nvSpPr>
        <p:spPr/>
        <p:txBody>
          <a:bodyPr/>
          <a:lstStyle/>
          <a:p>
            <a:r>
              <a:rPr lang="en-US" dirty="0"/>
              <a:t>Activity: Gestalt in </a:t>
            </a:r>
            <a:r>
              <a:rPr lang="en-US" dirty="0" err="1"/>
              <a:t>VSCode</a:t>
            </a:r>
            <a:endParaRPr lang="en-US" dirty="0"/>
          </a:p>
        </p:txBody>
      </p:sp>
      <p:sp>
        <p:nvSpPr>
          <p:cNvPr id="3" name="Content Placeholder 2">
            <a:extLst>
              <a:ext uri="{FF2B5EF4-FFF2-40B4-BE49-F238E27FC236}">
                <a16:creationId xmlns:a16="http://schemas.microsoft.com/office/drawing/2014/main" id="{E0D84DF3-1ABE-7A5E-DA5E-0302A7A9682D}"/>
              </a:ext>
            </a:extLst>
          </p:cNvPr>
          <p:cNvSpPr>
            <a:spLocks noGrp="1"/>
          </p:cNvSpPr>
          <p:nvPr>
            <p:ph idx="1"/>
          </p:nvPr>
        </p:nvSpPr>
        <p:spPr/>
        <p:txBody>
          <a:bodyPr>
            <a:normAutofit fontScale="92500" lnSpcReduction="10000"/>
          </a:bodyPr>
          <a:lstStyle/>
          <a:p>
            <a:pPr marL="0" indent="0">
              <a:buNone/>
            </a:pPr>
            <a:r>
              <a:rPr lang="en-US" i="1" dirty="0"/>
              <a:t>Where do you see Gestalt at play in </a:t>
            </a:r>
            <a:r>
              <a:rPr lang="en-US" i="1" dirty="0" err="1"/>
              <a:t>VSCode</a:t>
            </a:r>
            <a:r>
              <a:rPr lang="en-US" i="1" dirty="0"/>
              <a:t>?</a:t>
            </a:r>
          </a:p>
          <a:p>
            <a:pPr marL="0" indent="0">
              <a:buNone/>
            </a:pPr>
            <a:endParaRPr lang="en-US" dirty="0"/>
          </a:p>
          <a:p>
            <a:pPr marL="514350" indent="-514350">
              <a:buFont typeface="+mj-lt"/>
              <a:buAutoNum type="arabicPeriod"/>
            </a:pPr>
            <a:r>
              <a:rPr lang="en-US" dirty="0"/>
              <a:t>Proximity: group things together that are close to each other in space.</a:t>
            </a:r>
          </a:p>
          <a:p>
            <a:pPr marL="514350" indent="-514350">
              <a:buFont typeface="+mj-lt"/>
              <a:buAutoNum type="arabicPeriod"/>
            </a:pPr>
            <a:r>
              <a:rPr lang="en-US" dirty="0"/>
              <a:t>Similarity: group things together that look alike.</a:t>
            </a:r>
          </a:p>
          <a:p>
            <a:pPr marL="514350" indent="-514350">
              <a:buFont typeface="+mj-lt"/>
              <a:buAutoNum type="arabicPeriod"/>
            </a:pPr>
            <a:r>
              <a:rPr lang="en-US" dirty="0"/>
              <a:t>Continuity: fill in discrete structures into continuous structures automatically.</a:t>
            </a:r>
          </a:p>
          <a:p>
            <a:pPr marL="514350" indent="-514350">
              <a:buFont typeface="+mj-lt"/>
              <a:buAutoNum type="arabicPeriod"/>
            </a:pPr>
            <a:r>
              <a:rPr lang="en-US" dirty="0"/>
              <a:t>Closure: Automatically close structures that are open.</a:t>
            </a:r>
          </a:p>
          <a:p>
            <a:pPr marL="514350" indent="-514350">
              <a:buFont typeface="+mj-lt"/>
              <a:buAutoNum type="arabicPeriod"/>
            </a:pPr>
            <a:r>
              <a:rPr lang="en-US" dirty="0"/>
              <a:t>Symmetry: Reduce complexity by seeking out symmetry.</a:t>
            </a:r>
          </a:p>
          <a:p>
            <a:pPr marL="514350" indent="-514350">
              <a:buFont typeface="+mj-lt"/>
              <a:buAutoNum type="arabicPeriod"/>
            </a:pPr>
            <a:r>
              <a:rPr lang="en-US" dirty="0"/>
              <a:t>Figure/ground: Recognize elements that are in the foreground versus the background.</a:t>
            </a:r>
          </a:p>
          <a:p>
            <a:pPr marL="0" indent="0">
              <a:buNone/>
            </a:pPr>
            <a:endParaRPr lang="en-US" dirty="0"/>
          </a:p>
        </p:txBody>
      </p:sp>
    </p:spTree>
    <p:extLst>
      <p:ext uri="{BB962C8B-B14F-4D97-AF65-F5344CB8AC3E}">
        <p14:creationId xmlns:p14="http://schemas.microsoft.com/office/powerpoint/2010/main" val="1584085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2746E-A2D0-9E8D-4257-7F90F76F4BA4}"/>
              </a:ext>
            </a:extLst>
          </p:cNvPr>
          <p:cNvSpPr>
            <a:spLocks noGrp="1"/>
          </p:cNvSpPr>
          <p:nvPr>
            <p:ph type="title"/>
          </p:nvPr>
        </p:nvSpPr>
        <p:spPr/>
        <p:txBody>
          <a:bodyPr/>
          <a:lstStyle/>
          <a:p>
            <a:r>
              <a:rPr lang="en-US" dirty="0"/>
              <a:t>Fitts's law</a:t>
            </a:r>
          </a:p>
        </p:txBody>
      </p:sp>
      <p:pic>
        <p:nvPicPr>
          <p:cNvPr id="1026" name="Picture 2">
            <a:extLst>
              <a:ext uri="{FF2B5EF4-FFF2-40B4-BE49-F238E27FC236}">
                <a16:creationId xmlns:a16="http://schemas.microsoft.com/office/drawing/2014/main" id="{8692D412-90CF-F618-3796-E3B7A912A4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148" y="1483223"/>
            <a:ext cx="3886200" cy="838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AAF6968-5857-39AE-6357-DA38406DF368}"/>
              </a:ext>
            </a:extLst>
          </p:cNvPr>
          <p:cNvSpPr txBox="1"/>
          <p:nvPr/>
        </p:nvSpPr>
        <p:spPr>
          <a:xfrm>
            <a:off x="6174997" y="701994"/>
            <a:ext cx="4841133" cy="1200329"/>
          </a:xfrm>
          <a:prstGeom prst="rect">
            <a:avLst/>
          </a:prstGeom>
          <a:noFill/>
        </p:spPr>
        <p:txBody>
          <a:bodyPr wrap="none" rtlCol="0">
            <a:spAutoFit/>
          </a:bodyPr>
          <a:lstStyle/>
          <a:p>
            <a:r>
              <a:rPr lang="en-US" sz="2400" dirty="0"/>
              <a:t>Time taken to move to a target is:</a:t>
            </a:r>
          </a:p>
          <a:p>
            <a:pPr marL="285750" indent="-285750">
              <a:buFont typeface="Arial" panose="020B0604020202020204" pitchFamily="34" charset="0"/>
              <a:buChar char="•"/>
            </a:pPr>
            <a:r>
              <a:rPr lang="en-US" sz="2400" dirty="0"/>
              <a:t>Proportional to </a:t>
            </a:r>
            <a:r>
              <a:rPr lang="en-US" sz="2400" i="1" dirty="0"/>
              <a:t>distance (D)</a:t>
            </a:r>
          </a:p>
          <a:p>
            <a:pPr marL="285750" indent="-285750" algn="r">
              <a:buFont typeface="Arial" panose="020B0604020202020204" pitchFamily="34" charset="0"/>
              <a:buChar char="•"/>
            </a:pPr>
            <a:r>
              <a:rPr lang="en-US" sz="2400" dirty="0"/>
              <a:t>Inversely proportional to </a:t>
            </a:r>
            <a:r>
              <a:rPr lang="en-US" sz="2400" i="1" dirty="0"/>
              <a:t>size (W)</a:t>
            </a:r>
            <a:r>
              <a:rPr lang="en-US" sz="2400" dirty="0"/>
              <a:t> </a:t>
            </a:r>
          </a:p>
        </p:txBody>
      </p:sp>
      <p:pic>
        <p:nvPicPr>
          <p:cNvPr id="8" name="Picture 7">
            <a:extLst>
              <a:ext uri="{FF2B5EF4-FFF2-40B4-BE49-F238E27FC236}">
                <a16:creationId xmlns:a16="http://schemas.microsoft.com/office/drawing/2014/main" id="{BF3D6F61-CAB8-5F8C-8DCC-672D01E9066C}"/>
              </a:ext>
            </a:extLst>
          </p:cNvPr>
          <p:cNvPicPr>
            <a:picLocks noChangeAspect="1"/>
          </p:cNvPicPr>
          <p:nvPr/>
        </p:nvPicPr>
        <p:blipFill>
          <a:blip r:embed="rId3"/>
          <a:srcRect/>
          <a:stretch>
            <a:fillRect/>
          </a:stretch>
        </p:blipFill>
        <p:spPr>
          <a:xfrm>
            <a:off x="2001138" y="2481383"/>
            <a:ext cx="7078315" cy="4110390"/>
          </a:xfrm>
          <a:prstGeom prst="rect">
            <a:avLst/>
          </a:prstGeom>
          <a:ln>
            <a:solidFill>
              <a:schemeClr val="tx1"/>
            </a:solidFill>
          </a:ln>
        </p:spPr>
      </p:pic>
      <p:sp>
        <p:nvSpPr>
          <p:cNvPr id="44" name="TextBox 43">
            <a:extLst>
              <a:ext uri="{FF2B5EF4-FFF2-40B4-BE49-F238E27FC236}">
                <a16:creationId xmlns:a16="http://schemas.microsoft.com/office/drawing/2014/main" id="{A851A6F3-F508-130D-FC83-B73F0E5D9225}"/>
              </a:ext>
            </a:extLst>
          </p:cNvPr>
          <p:cNvSpPr txBox="1"/>
          <p:nvPr/>
        </p:nvSpPr>
        <p:spPr>
          <a:xfrm>
            <a:off x="9199073" y="5477212"/>
            <a:ext cx="2672066" cy="1015663"/>
          </a:xfrm>
          <a:prstGeom prst="rect">
            <a:avLst/>
          </a:prstGeom>
          <a:noFill/>
        </p:spPr>
        <p:txBody>
          <a:bodyPr wrap="square" rtlCol="0">
            <a:spAutoFit/>
          </a:bodyPr>
          <a:lstStyle/>
          <a:p>
            <a:pPr algn="ctr"/>
            <a:r>
              <a:rPr lang="en-US" sz="2000" dirty="0"/>
              <a:t>How do we design with Fitts's law in mind?</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D01FA1BC-60F8-30B5-74F1-9B37E6F995E0}"/>
                  </a:ext>
                </a:extLst>
              </p14:cNvPr>
              <p14:cNvContentPartPr/>
              <p14:nvPr/>
            </p14:nvContentPartPr>
            <p14:xfrm>
              <a:off x="5318280" y="2612160"/>
              <a:ext cx="3501360" cy="2426040"/>
            </p14:xfrm>
          </p:contentPart>
        </mc:Choice>
        <mc:Fallback xmlns="">
          <p:pic>
            <p:nvPicPr>
              <p:cNvPr id="3" name="Ink 2">
                <a:extLst>
                  <a:ext uri="{FF2B5EF4-FFF2-40B4-BE49-F238E27FC236}">
                    <a16:creationId xmlns:a16="http://schemas.microsoft.com/office/drawing/2014/main" id="{D01FA1BC-60F8-30B5-74F1-9B37E6F995E0}"/>
                  </a:ext>
                </a:extLst>
              </p:cNvPr>
              <p:cNvPicPr/>
              <p:nvPr/>
            </p:nvPicPr>
            <p:blipFill>
              <a:blip r:embed="rId5"/>
              <a:stretch>
                <a:fillRect/>
              </a:stretch>
            </p:blipFill>
            <p:spPr>
              <a:xfrm>
                <a:off x="5308920" y="2602800"/>
                <a:ext cx="3520080" cy="2444760"/>
              </a:xfrm>
              <a:prstGeom prst="rect">
                <a:avLst/>
              </a:prstGeom>
            </p:spPr>
          </p:pic>
        </mc:Fallback>
      </mc:AlternateContent>
    </p:spTree>
    <p:extLst>
      <p:ext uri="{BB962C8B-B14F-4D97-AF65-F5344CB8AC3E}">
        <p14:creationId xmlns:p14="http://schemas.microsoft.com/office/powerpoint/2010/main" val="2463084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AA0D3-6320-0064-E596-87A0E4433071}"/>
              </a:ext>
            </a:extLst>
          </p:cNvPr>
          <p:cNvSpPr>
            <a:spLocks noGrp="1"/>
          </p:cNvSpPr>
          <p:nvPr>
            <p:ph type="title"/>
          </p:nvPr>
        </p:nvSpPr>
        <p:spPr/>
        <p:txBody>
          <a:bodyPr/>
          <a:lstStyle/>
          <a:p>
            <a:r>
              <a:rPr lang="en-US" dirty="0"/>
              <a:t>Responsiveness</a:t>
            </a:r>
          </a:p>
        </p:txBody>
      </p:sp>
      <p:sp>
        <p:nvSpPr>
          <p:cNvPr id="3" name="Content Placeholder 2">
            <a:extLst>
              <a:ext uri="{FF2B5EF4-FFF2-40B4-BE49-F238E27FC236}">
                <a16:creationId xmlns:a16="http://schemas.microsoft.com/office/drawing/2014/main" id="{0DD362A6-D2E6-1822-1F9F-4C0147BCED03}"/>
              </a:ext>
            </a:extLst>
          </p:cNvPr>
          <p:cNvSpPr>
            <a:spLocks noGrp="1"/>
          </p:cNvSpPr>
          <p:nvPr>
            <p:ph idx="1"/>
          </p:nvPr>
        </p:nvSpPr>
        <p:spPr/>
        <p:txBody>
          <a:bodyPr/>
          <a:lstStyle/>
          <a:p>
            <a:r>
              <a:rPr lang="en-US" dirty="0"/>
              <a:t>&lt;0.1 seconds = limit of </a:t>
            </a:r>
            <a:r>
              <a:rPr lang="en-US" i="1" dirty="0"/>
              <a:t>"instantaneous" effects</a:t>
            </a:r>
            <a:endParaRPr lang="en-US" dirty="0"/>
          </a:p>
          <a:p>
            <a:pPr lvl="1"/>
            <a:r>
              <a:rPr lang="en-US" dirty="0"/>
              <a:t>Perception of </a:t>
            </a:r>
            <a:r>
              <a:rPr lang="en-US" i="1" dirty="0"/>
              <a:t>direct manipulation</a:t>
            </a:r>
            <a:endParaRPr lang="en-US" dirty="0"/>
          </a:p>
          <a:p>
            <a:r>
              <a:rPr lang="en-US" dirty="0"/>
              <a:t>&lt;1 second = limit of the user's </a:t>
            </a:r>
            <a:r>
              <a:rPr lang="en-US" i="1" dirty="0"/>
              <a:t>flow of thought</a:t>
            </a:r>
            <a:endParaRPr lang="en-US" dirty="0"/>
          </a:p>
          <a:p>
            <a:pPr lvl="1"/>
            <a:r>
              <a:rPr lang="en-US" dirty="0"/>
              <a:t>Perception of </a:t>
            </a:r>
            <a:r>
              <a:rPr lang="en-US" i="1" dirty="0"/>
              <a:t>freely navigating the UI</a:t>
            </a:r>
            <a:endParaRPr lang="en-US" dirty="0"/>
          </a:p>
          <a:p>
            <a:r>
              <a:rPr lang="en-US" dirty="0"/>
              <a:t>&lt;10 seconds = limit of the user's </a:t>
            </a:r>
            <a:r>
              <a:rPr lang="en-US" i="1" dirty="0"/>
              <a:t>attention span</a:t>
            </a:r>
            <a:endParaRPr lang="en-US" dirty="0"/>
          </a:p>
          <a:p>
            <a:pPr lvl="1"/>
            <a:r>
              <a:rPr lang="en-US" dirty="0"/>
              <a:t>Perception of </a:t>
            </a:r>
            <a:r>
              <a:rPr lang="en-US" i="1" dirty="0"/>
              <a:t>system working to accomplish a task</a:t>
            </a:r>
            <a:endParaRPr lang="en-US" dirty="0"/>
          </a:p>
          <a:p>
            <a:pPr lvl="1"/>
            <a:endParaRPr lang="en-US" dirty="0"/>
          </a:p>
          <a:p>
            <a:r>
              <a:rPr lang="en-US" dirty="0"/>
              <a:t>What are examples of each of these tiers of responsiveness in interfaces that you have used?</a:t>
            </a:r>
          </a:p>
        </p:txBody>
      </p:sp>
      <p:sp>
        <p:nvSpPr>
          <p:cNvPr id="5" name="TextBox 4">
            <a:extLst>
              <a:ext uri="{FF2B5EF4-FFF2-40B4-BE49-F238E27FC236}">
                <a16:creationId xmlns:a16="http://schemas.microsoft.com/office/drawing/2014/main" id="{B76AB441-1F65-00B6-4AC7-B6DB349E34AF}"/>
              </a:ext>
            </a:extLst>
          </p:cNvPr>
          <p:cNvSpPr txBox="1"/>
          <p:nvPr/>
        </p:nvSpPr>
        <p:spPr>
          <a:xfrm>
            <a:off x="4818743" y="6311900"/>
            <a:ext cx="7373257" cy="369332"/>
          </a:xfrm>
          <a:prstGeom prst="rect">
            <a:avLst/>
          </a:prstGeom>
          <a:noFill/>
        </p:spPr>
        <p:txBody>
          <a:bodyPr wrap="square">
            <a:spAutoFit/>
          </a:bodyPr>
          <a:lstStyle/>
          <a:p>
            <a:r>
              <a:rPr lang="en-US" dirty="0"/>
              <a:t>https://</a:t>
            </a:r>
            <a:r>
              <a:rPr lang="en-US" dirty="0" err="1"/>
              <a:t>www.nngroup.com</a:t>
            </a:r>
            <a:r>
              <a:rPr lang="en-US" dirty="0"/>
              <a:t>/articles/response-times-3-important-limits/</a:t>
            </a:r>
          </a:p>
        </p:txBody>
      </p:sp>
    </p:spTree>
    <p:extLst>
      <p:ext uri="{BB962C8B-B14F-4D97-AF65-F5344CB8AC3E}">
        <p14:creationId xmlns:p14="http://schemas.microsoft.com/office/powerpoint/2010/main" val="3167612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88DA7-C7BE-83CB-B7D7-E32DCDA30EEC}"/>
              </a:ext>
            </a:extLst>
          </p:cNvPr>
          <p:cNvSpPr>
            <a:spLocks noGrp="1"/>
          </p:cNvSpPr>
          <p:nvPr>
            <p:ph type="title"/>
          </p:nvPr>
        </p:nvSpPr>
        <p:spPr/>
        <p:txBody>
          <a:bodyPr/>
          <a:lstStyle/>
          <a:p>
            <a:r>
              <a:rPr lang="en-US" dirty="0"/>
              <a:t>Multitasking</a:t>
            </a:r>
          </a:p>
        </p:txBody>
      </p:sp>
      <p:sp>
        <p:nvSpPr>
          <p:cNvPr id="3" name="Content Placeholder 2">
            <a:extLst>
              <a:ext uri="{FF2B5EF4-FFF2-40B4-BE49-F238E27FC236}">
                <a16:creationId xmlns:a16="http://schemas.microsoft.com/office/drawing/2014/main" id="{0787E732-FF6B-E4B4-391D-89F7777BB727}"/>
              </a:ext>
            </a:extLst>
          </p:cNvPr>
          <p:cNvSpPr>
            <a:spLocks noGrp="1"/>
          </p:cNvSpPr>
          <p:nvPr>
            <p:ph idx="1"/>
          </p:nvPr>
        </p:nvSpPr>
        <p:spPr/>
        <p:txBody>
          <a:bodyPr/>
          <a:lstStyle/>
          <a:p>
            <a:r>
              <a:rPr lang="en-US" dirty="0"/>
              <a:t>...is a myth!</a:t>
            </a:r>
          </a:p>
          <a:p>
            <a:endParaRPr lang="en-US" dirty="0"/>
          </a:p>
          <a:p>
            <a:endParaRPr lang="en-US" dirty="0"/>
          </a:p>
          <a:p>
            <a:r>
              <a:rPr lang="en-US" dirty="0"/>
              <a:t>Try it out: </a:t>
            </a:r>
            <a:r>
              <a:rPr lang="en-US" dirty="0">
                <a:hlinkClick r:id="rId2"/>
              </a:rPr>
              <a:t>https://armorgames.com/play/4369/multitask</a:t>
            </a:r>
            <a:endParaRPr lang="en-US" dirty="0"/>
          </a:p>
          <a:p>
            <a:pPr lvl="1"/>
            <a:r>
              <a:rPr lang="en-US" dirty="0"/>
              <a:t>What do we do when we "multitask?"</a:t>
            </a:r>
          </a:p>
          <a:p>
            <a:pPr lvl="1"/>
            <a:endParaRPr lang="en-US" dirty="0"/>
          </a:p>
          <a:p>
            <a:pPr lvl="1"/>
            <a:endParaRPr lang="en-US" dirty="0"/>
          </a:p>
          <a:p>
            <a:r>
              <a:rPr lang="en-US" i="1" dirty="0"/>
              <a:t>Context switching</a:t>
            </a:r>
            <a:r>
              <a:rPr lang="en-US" dirty="0"/>
              <a:t> = "goal shifting" + "rule activation</a:t>
            </a:r>
          </a:p>
          <a:p>
            <a:pPr lvl="1"/>
            <a:r>
              <a:rPr lang="en-US" dirty="0"/>
              <a:t>Costs of context switches add up!</a:t>
            </a:r>
          </a:p>
          <a:p>
            <a:pPr lvl="1"/>
            <a:endParaRPr lang="en-US" dirty="0"/>
          </a:p>
        </p:txBody>
      </p:sp>
      <p:sp>
        <p:nvSpPr>
          <p:cNvPr id="5" name="TextBox 4">
            <a:extLst>
              <a:ext uri="{FF2B5EF4-FFF2-40B4-BE49-F238E27FC236}">
                <a16:creationId xmlns:a16="http://schemas.microsoft.com/office/drawing/2014/main" id="{C6C80103-7957-0E76-4C2C-FC38198E3181}"/>
              </a:ext>
            </a:extLst>
          </p:cNvPr>
          <p:cNvSpPr txBox="1"/>
          <p:nvPr/>
        </p:nvSpPr>
        <p:spPr>
          <a:xfrm>
            <a:off x="6866027" y="6228897"/>
            <a:ext cx="5137288" cy="369332"/>
          </a:xfrm>
          <a:prstGeom prst="rect">
            <a:avLst/>
          </a:prstGeom>
          <a:noFill/>
        </p:spPr>
        <p:txBody>
          <a:bodyPr wrap="square">
            <a:spAutoFit/>
          </a:bodyPr>
          <a:lstStyle/>
          <a:p>
            <a:r>
              <a:rPr lang="en-US" i="1" dirty="0"/>
              <a:t>https://</a:t>
            </a:r>
            <a:r>
              <a:rPr lang="en-US" i="1" dirty="0" err="1"/>
              <a:t>www.apa.org</a:t>
            </a:r>
            <a:r>
              <a:rPr lang="en-US" i="1" dirty="0"/>
              <a:t>/topics/research/multitasking</a:t>
            </a:r>
          </a:p>
        </p:txBody>
      </p:sp>
    </p:spTree>
    <p:extLst>
      <p:ext uri="{BB962C8B-B14F-4D97-AF65-F5344CB8AC3E}">
        <p14:creationId xmlns:p14="http://schemas.microsoft.com/office/powerpoint/2010/main" val="1422715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72666-1892-A5F4-E9AF-26C7900093F7}"/>
              </a:ext>
            </a:extLst>
          </p:cNvPr>
          <p:cNvSpPr>
            <a:spLocks noGrp="1"/>
          </p:cNvSpPr>
          <p:nvPr>
            <p:ph type="title"/>
          </p:nvPr>
        </p:nvSpPr>
        <p:spPr/>
        <p:txBody>
          <a:bodyPr/>
          <a:lstStyle/>
          <a:p>
            <a:r>
              <a:rPr lang="en-US" dirty="0"/>
              <a:t>Cognitive biases</a:t>
            </a:r>
          </a:p>
        </p:txBody>
      </p:sp>
      <p:sp>
        <p:nvSpPr>
          <p:cNvPr id="3" name="Content Placeholder 2">
            <a:extLst>
              <a:ext uri="{FF2B5EF4-FFF2-40B4-BE49-F238E27FC236}">
                <a16:creationId xmlns:a16="http://schemas.microsoft.com/office/drawing/2014/main" id="{8AA96CBF-42EE-C31F-1202-F17454FEAA4C}"/>
              </a:ext>
            </a:extLst>
          </p:cNvPr>
          <p:cNvSpPr>
            <a:spLocks noGrp="1"/>
          </p:cNvSpPr>
          <p:nvPr>
            <p:ph idx="1"/>
          </p:nvPr>
        </p:nvSpPr>
        <p:spPr/>
        <p:txBody>
          <a:bodyPr>
            <a:normAutofit lnSpcReduction="10000"/>
          </a:bodyPr>
          <a:lstStyle/>
          <a:p>
            <a:r>
              <a:rPr lang="en-US" dirty="0"/>
              <a:t>Recall system one &amp; two thinking:</a:t>
            </a:r>
          </a:p>
          <a:p>
            <a:pPr lvl="1"/>
            <a:r>
              <a:rPr lang="en-US" i="1" dirty="0"/>
              <a:t>System one</a:t>
            </a:r>
            <a:r>
              <a:rPr lang="en-US" dirty="0"/>
              <a:t> is subconscious, automatic, and “emotional”.</a:t>
            </a:r>
          </a:p>
          <a:p>
            <a:pPr lvl="1"/>
            <a:r>
              <a:rPr lang="en-US" i="1" dirty="0"/>
              <a:t>System two</a:t>
            </a:r>
            <a:r>
              <a:rPr lang="en-US" dirty="0"/>
              <a:t> is conscious, deliberate, and “rational”.</a:t>
            </a:r>
          </a:p>
          <a:p>
            <a:r>
              <a:rPr lang="en-US" i="1" dirty="0"/>
              <a:t>Cognitive biases</a:t>
            </a:r>
            <a:r>
              <a:rPr lang="en-US" dirty="0"/>
              <a:t>: when system one makes decisions that require more rational, deliberate thought</a:t>
            </a:r>
          </a:p>
          <a:p>
            <a:pPr lvl="1"/>
            <a:r>
              <a:rPr lang="en-US" dirty="0"/>
              <a:t>Two biases relevant to interface design:</a:t>
            </a:r>
          </a:p>
          <a:p>
            <a:pPr lvl="2"/>
            <a:r>
              <a:rPr lang="en-US" dirty="0"/>
              <a:t>Loss aversion/four-fold pattern</a:t>
            </a:r>
          </a:p>
          <a:p>
            <a:pPr lvl="2"/>
            <a:r>
              <a:rPr lang="en-US" dirty="0"/>
              <a:t>Framing effect</a:t>
            </a:r>
          </a:p>
          <a:p>
            <a:r>
              <a:rPr lang="en-US" dirty="0"/>
              <a:t>How can we use these biases productively?</a:t>
            </a:r>
          </a:p>
          <a:p>
            <a:pPr lvl="1"/>
            <a:r>
              <a:rPr lang="en-US" i="1" dirty="0"/>
              <a:t>Help</a:t>
            </a:r>
            <a:r>
              <a:rPr lang="en-US" dirty="0"/>
              <a:t> System two override System one.</a:t>
            </a:r>
          </a:p>
          <a:p>
            <a:pPr lvl="1"/>
            <a:r>
              <a:rPr lang="en-US" i="1" dirty="0"/>
              <a:t>Exploit</a:t>
            </a:r>
            <a:r>
              <a:rPr lang="en-US" dirty="0"/>
              <a:t> System one to support System two.</a:t>
            </a:r>
          </a:p>
          <a:p>
            <a:pPr lvl="1"/>
            <a:endParaRPr lang="en-US" dirty="0"/>
          </a:p>
          <a:p>
            <a:endParaRPr lang="en-US" dirty="0"/>
          </a:p>
        </p:txBody>
      </p:sp>
    </p:spTree>
    <p:extLst>
      <p:ext uri="{BB962C8B-B14F-4D97-AF65-F5344CB8AC3E}">
        <p14:creationId xmlns:p14="http://schemas.microsoft.com/office/powerpoint/2010/main" val="243857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C945C-E4CF-BF5B-9099-5BAA72749B01}"/>
              </a:ext>
            </a:extLst>
          </p:cNvPr>
          <p:cNvSpPr>
            <a:spLocks noGrp="1"/>
          </p:cNvSpPr>
          <p:nvPr>
            <p:ph type="title"/>
          </p:nvPr>
        </p:nvSpPr>
        <p:spPr/>
        <p:txBody>
          <a:bodyPr/>
          <a:lstStyle/>
          <a:p>
            <a:r>
              <a:rPr lang="en-US" dirty="0"/>
              <a:t>Loss aversion/the four-fold pattern </a:t>
            </a:r>
          </a:p>
        </p:txBody>
      </p:sp>
      <p:graphicFrame>
        <p:nvGraphicFramePr>
          <p:cNvPr id="4" name="Table 3">
            <a:extLst>
              <a:ext uri="{FF2B5EF4-FFF2-40B4-BE49-F238E27FC236}">
                <a16:creationId xmlns:a16="http://schemas.microsoft.com/office/drawing/2014/main" id="{C64FE8AF-BA2C-FDCC-09CA-BE8E116B143E}"/>
              </a:ext>
            </a:extLst>
          </p:cNvPr>
          <p:cNvGraphicFramePr>
            <a:graphicFrameLocks noGrp="1"/>
          </p:cNvGraphicFramePr>
          <p:nvPr>
            <p:extLst>
              <p:ext uri="{D42A27DB-BD31-4B8C-83A1-F6EECF244321}">
                <p14:modId xmlns:p14="http://schemas.microsoft.com/office/powerpoint/2010/main" val="3112240822"/>
              </p:ext>
            </p:extLst>
          </p:nvPr>
        </p:nvGraphicFramePr>
        <p:xfrm>
          <a:off x="2032000" y="2316480"/>
          <a:ext cx="8432799" cy="3110895"/>
        </p:xfrm>
        <a:graphic>
          <a:graphicData uri="http://schemas.openxmlformats.org/drawingml/2006/table">
            <a:tbl>
              <a:tblPr firstRow="1" bandRow="1">
                <a:tableStyleId>{5C22544A-7EE6-4342-B048-85BDC9FD1C3A}</a:tableStyleId>
              </a:tblPr>
              <a:tblGrid>
                <a:gridCol w="1306286">
                  <a:extLst>
                    <a:ext uri="{9D8B030D-6E8A-4147-A177-3AD203B41FA5}">
                      <a16:colId xmlns:a16="http://schemas.microsoft.com/office/drawing/2014/main" val="633641613"/>
                    </a:ext>
                  </a:extLst>
                </a:gridCol>
                <a:gridCol w="3135085">
                  <a:extLst>
                    <a:ext uri="{9D8B030D-6E8A-4147-A177-3AD203B41FA5}">
                      <a16:colId xmlns:a16="http://schemas.microsoft.com/office/drawing/2014/main" val="3989811031"/>
                    </a:ext>
                  </a:extLst>
                </a:gridCol>
                <a:gridCol w="3991428">
                  <a:extLst>
                    <a:ext uri="{9D8B030D-6E8A-4147-A177-3AD203B41FA5}">
                      <a16:colId xmlns:a16="http://schemas.microsoft.com/office/drawing/2014/main" val="213447637"/>
                    </a:ext>
                  </a:extLst>
                </a:gridCol>
              </a:tblGrid>
              <a:tr h="600891">
                <a:tc>
                  <a:txBody>
                    <a:bodyPr/>
                    <a:lstStyle/>
                    <a:p>
                      <a:endParaRPr lang="en-US"/>
                    </a:p>
                  </a:txBody>
                  <a:tcPr/>
                </a:tc>
                <a:tc>
                  <a:txBody>
                    <a:bodyPr/>
                    <a:lstStyle/>
                    <a:p>
                      <a:pPr algn="ctr"/>
                      <a:r>
                        <a:rPr lang="en-US" b="1" dirty="0"/>
                        <a:t>High-probability</a:t>
                      </a:r>
                    </a:p>
                  </a:txBody>
                  <a:tcPr anchor="ctr"/>
                </a:tc>
                <a:tc>
                  <a:txBody>
                    <a:bodyPr/>
                    <a:lstStyle/>
                    <a:p>
                      <a:pPr algn="ctr"/>
                      <a:r>
                        <a:rPr lang="en-US" dirty="0"/>
                        <a:t>Low-probability</a:t>
                      </a:r>
                    </a:p>
                  </a:txBody>
                  <a:tcPr anchor="ctr"/>
                </a:tc>
                <a:extLst>
                  <a:ext uri="{0D108BD9-81ED-4DB2-BD59-A6C34878D82A}">
                    <a16:rowId xmlns:a16="http://schemas.microsoft.com/office/drawing/2014/main" val="3679523495"/>
                  </a:ext>
                </a:extLst>
              </a:tr>
              <a:tr h="1255002">
                <a:tc>
                  <a:txBody>
                    <a:bodyPr/>
                    <a:lstStyle/>
                    <a:p>
                      <a:pPr algn="ctr"/>
                      <a:r>
                        <a:rPr lang="en-US" b="1" dirty="0">
                          <a:solidFill>
                            <a:schemeClr val="bg1"/>
                          </a:solidFill>
                        </a:rPr>
                        <a:t>Gains</a:t>
                      </a:r>
                    </a:p>
                  </a:txBody>
                  <a:tcPr anchor="ctr">
                    <a:solidFill>
                      <a:schemeClr val="accent1"/>
                    </a:solidFill>
                  </a:tcPr>
                </a:tc>
                <a:tc>
                  <a:txBody>
                    <a:bodyPr/>
                    <a:lstStyle/>
                    <a:p>
                      <a:pPr algn="ctr"/>
                      <a:r>
                        <a:rPr lang="en-US" dirty="0"/>
                        <a:t>Betting with the odds</a:t>
                      </a:r>
                    </a:p>
                    <a:p>
                      <a:pPr algn="ctr"/>
                      <a:r>
                        <a:rPr lang="en-US" b="1" i="1" dirty="0"/>
                        <a:t>Risk averse</a:t>
                      </a:r>
                      <a:endParaRPr lang="en-US" b="0" i="0" dirty="0"/>
                    </a:p>
                    <a:p>
                      <a:pPr algn="ctr"/>
                      <a:r>
                        <a:rPr lang="en-US" b="0" i="0" dirty="0"/>
                        <a:t>(Fear of disappointment)</a:t>
                      </a:r>
                      <a:endParaRPr lang="en-US" b="1" i="1" dirty="0"/>
                    </a:p>
                  </a:txBody>
                  <a:tcPr anchor="ctr"/>
                </a:tc>
                <a:tc>
                  <a:txBody>
                    <a:bodyPr/>
                    <a:lstStyle/>
                    <a:p>
                      <a:pPr algn="ctr"/>
                      <a:r>
                        <a:rPr lang="en-US" dirty="0"/>
                        <a:t>Playing the lottery</a:t>
                      </a:r>
                    </a:p>
                    <a:p>
                      <a:pPr algn="ctr"/>
                      <a:r>
                        <a:rPr lang="en-US" b="1" i="1" dirty="0"/>
                        <a:t>Risk seeking</a:t>
                      </a:r>
                      <a:endParaRPr lang="en-US" b="0" i="0" dirty="0"/>
                    </a:p>
                    <a:p>
                      <a:pPr algn="ctr"/>
                      <a:r>
                        <a:rPr lang="en-US" b="0" i="0" dirty="0"/>
                        <a:t>(Hope of large gains)</a:t>
                      </a:r>
                      <a:endParaRPr lang="en-US" b="1" i="1" dirty="0"/>
                    </a:p>
                  </a:txBody>
                  <a:tcPr anchor="ctr"/>
                </a:tc>
                <a:extLst>
                  <a:ext uri="{0D108BD9-81ED-4DB2-BD59-A6C34878D82A}">
                    <a16:rowId xmlns:a16="http://schemas.microsoft.com/office/drawing/2014/main" val="2682594781"/>
                  </a:ext>
                </a:extLst>
              </a:tr>
              <a:tr h="1255002">
                <a:tc>
                  <a:txBody>
                    <a:bodyPr/>
                    <a:lstStyle/>
                    <a:p>
                      <a:pPr algn="ctr"/>
                      <a:r>
                        <a:rPr lang="en-US" b="1" dirty="0">
                          <a:solidFill>
                            <a:schemeClr val="bg1"/>
                          </a:solidFill>
                        </a:rPr>
                        <a:t>Losses</a:t>
                      </a:r>
                    </a:p>
                  </a:txBody>
                  <a:tcPr anchor="ctr">
                    <a:solidFill>
                      <a:schemeClr val="accent1"/>
                    </a:solidFill>
                  </a:tcPr>
                </a:tc>
                <a:tc>
                  <a:txBody>
                    <a:bodyPr/>
                    <a:lstStyle/>
                    <a:p>
                      <a:pPr algn="ctr"/>
                      <a:r>
                        <a:rPr lang="en-US" dirty="0"/>
                        <a:t>"Hail </a:t>
                      </a:r>
                      <a:r>
                        <a:rPr lang="en-US" dirty="0" err="1"/>
                        <a:t>mary"s</a:t>
                      </a:r>
                      <a:endParaRPr lang="en-US" dirty="0"/>
                    </a:p>
                    <a:p>
                      <a:pPr algn="ctr"/>
                      <a:r>
                        <a:rPr lang="en-US" b="1" i="1" dirty="0"/>
                        <a:t>Risk seeking</a:t>
                      </a:r>
                      <a:endParaRPr lang="en-US" b="0" i="0" dirty="0"/>
                    </a:p>
                    <a:p>
                      <a:pPr algn="ctr"/>
                      <a:r>
                        <a:rPr lang="en-US" b="0" i="0" dirty="0"/>
                        <a:t>(Hope to avoid loss)</a:t>
                      </a:r>
                      <a:endParaRPr lang="en-US" b="1" i="1" dirty="0"/>
                    </a:p>
                  </a:txBody>
                  <a:tcPr anchor="ctr"/>
                </a:tc>
                <a:tc>
                  <a:txBody>
                    <a:bodyPr/>
                    <a:lstStyle/>
                    <a:p>
                      <a:pPr algn="ctr"/>
                      <a:r>
                        <a:rPr lang="en-US" dirty="0"/>
                        <a:t>Buying insurance</a:t>
                      </a:r>
                    </a:p>
                    <a:p>
                      <a:pPr algn="ctr"/>
                      <a:r>
                        <a:rPr lang="en-US" b="1" i="1" dirty="0"/>
                        <a:t>Risk averse</a:t>
                      </a:r>
                      <a:endParaRPr lang="en-US" b="0" i="0" dirty="0"/>
                    </a:p>
                    <a:p>
                      <a:pPr algn="ctr"/>
                      <a:r>
                        <a:rPr lang="en-US" b="0" i="0" dirty="0"/>
                        <a:t>(Fear of large loss)</a:t>
                      </a:r>
                      <a:endParaRPr lang="en-US" b="1" i="1" dirty="0"/>
                    </a:p>
                  </a:txBody>
                  <a:tcPr anchor="ctr"/>
                </a:tc>
                <a:extLst>
                  <a:ext uri="{0D108BD9-81ED-4DB2-BD59-A6C34878D82A}">
                    <a16:rowId xmlns:a16="http://schemas.microsoft.com/office/drawing/2014/main" val="3746433989"/>
                  </a:ext>
                </a:extLst>
              </a:tr>
            </a:tbl>
          </a:graphicData>
        </a:graphic>
      </p:graphicFrame>
    </p:spTree>
    <p:extLst>
      <p:ext uri="{BB962C8B-B14F-4D97-AF65-F5344CB8AC3E}">
        <p14:creationId xmlns:p14="http://schemas.microsoft.com/office/powerpoint/2010/main" val="2616705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AEE59-C5FE-9EA2-010C-3A6428408B87}"/>
              </a:ext>
            </a:extLst>
          </p:cNvPr>
          <p:cNvSpPr>
            <a:spLocks noGrp="1"/>
          </p:cNvSpPr>
          <p:nvPr>
            <p:ph type="title"/>
          </p:nvPr>
        </p:nvSpPr>
        <p:spPr/>
        <p:txBody>
          <a:bodyPr/>
          <a:lstStyle/>
          <a:p>
            <a:r>
              <a:rPr lang="en-US"/>
              <a:t>The framing effect</a:t>
            </a:r>
            <a:endParaRPr lang="en-US" dirty="0"/>
          </a:p>
        </p:txBody>
      </p:sp>
      <p:sp>
        <p:nvSpPr>
          <p:cNvPr id="3" name="Content Placeholder 2">
            <a:extLst>
              <a:ext uri="{FF2B5EF4-FFF2-40B4-BE49-F238E27FC236}">
                <a16:creationId xmlns:a16="http://schemas.microsoft.com/office/drawing/2014/main" id="{FC74E999-53BC-2943-5667-DF58514A5CB3}"/>
              </a:ext>
            </a:extLst>
          </p:cNvPr>
          <p:cNvSpPr>
            <a:spLocks noGrp="1"/>
          </p:cNvSpPr>
          <p:nvPr>
            <p:ph idx="1"/>
          </p:nvPr>
        </p:nvSpPr>
        <p:spPr/>
        <p:txBody>
          <a:bodyPr/>
          <a:lstStyle/>
          <a:p>
            <a:r>
              <a:rPr lang="en-US"/>
              <a:t>Our decisions are influenced by </a:t>
            </a:r>
            <a:r>
              <a:rPr lang="en-US" i="1"/>
              <a:t>how</a:t>
            </a:r>
            <a:r>
              <a:rPr lang="en-US"/>
              <a:t> information is portrayed.</a:t>
            </a:r>
            <a:endParaRPr lang="en-US" dirty="0"/>
          </a:p>
        </p:txBody>
      </p:sp>
      <p:pic>
        <p:nvPicPr>
          <p:cNvPr id="5" name="Picture 4">
            <a:extLst>
              <a:ext uri="{FF2B5EF4-FFF2-40B4-BE49-F238E27FC236}">
                <a16:creationId xmlns:a16="http://schemas.microsoft.com/office/drawing/2014/main" id="{2B97752E-E8BC-3905-2BA8-B708C6337B5B}"/>
              </a:ext>
            </a:extLst>
          </p:cNvPr>
          <p:cNvPicPr>
            <a:picLocks noChangeAspect="1"/>
          </p:cNvPicPr>
          <p:nvPr/>
        </p:nvPicPr>
        <p:blipFill>
          <a:blip r:embed="rId2"/>
          <a:stretch>
            <a:fillRect/>
          </a:stretch>
        </p:blipFill>
        <p:spPr>
          <a:xfrm>
            <a:off x="1163427" y="2344949"/>
            <a:ext cx="8461648" cy="4257870"/>
          </a:xfrm>
          <a:prstGeom prst="rect">
            <a:avLst/>
          </a:prstGeom>
        </p:spPr>
      </p:pic>
      <p:pic>
        <p:nvPicPr>
          <p:cNvPr id="4" name="Picture 3">
            <a:extLst>
              <a:ext uri="{FF2B5EF4-FFF2-40B4-BE49-F238E27FC236}">
                <a16:creationId xmlns:a16="http://schemas.microsoft.com/office/drawing/2014/main" id="{B9BDB452-8F3D-7640-6F3E-4E179BCC8EAB}"/>
              </a:ext>
            </a:extLst>
          </p:cNvPr>
          <p:cNvPicPr>
            <a:picLocks noChangeAspect="1"/>
          </p:cNvPicPr>
          <p:nvPr/>
        </p:nvPicPr>
        <p:blipFill>
          <a:blip r:embed="rId3"/>
          <a:stretch>
            <a:fillRect/>
          </a:stretch>
        </p:blipFill>
        <p:spPr>
          <a:xfrm>
            <a:off x="6096000" y="3429000"/>
            <a:ext cx="5257800" cy="1558151"/>
          </a:xfrm>
          <a:prstGeom prst="rect">
            <a:avLst/>
          </a:prstGeom>
        </p:spPr>
      </p:pic>
    </p:spTree>
    <p:extLst>
      <p:ext uri="{BB962C8B-B14F-4D97-AF65-F5344CB8AC3E}">
        <p14:creationId xmlns:p14="http://schemas.microsoft.com/office/powerpoint/2010/main" val="107383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90805-9178-3636-8AD9-04841BA66ED6}"/>
              </a:ext>
            </a:extLst>
          </p:cNvPr>
          <p:cNvSpPr>
            <a:spLocks noGrp="1"/>
          </p:cNvSpPr>
          <p:nvPr>
            <p:ph type="title"/>
          </p:nvPr>
        </p:nvSpPr>
        <p:spPr/>
        <p:txBody>
          <a:bodyPr/>
          <a:lstStyle/>
          <a:p>
            <a:r>
              <a:rPr lang="en-US" dirty="0"/>
              <a:t>Group </a:t>
            </a:r>
            <a:r>
              <a:rPr lang="en-US"/>
              <a:t>Work Time</a:t>
            </a:r>
            <a:endParaRPr lang="en-US" dirty="0"/>
          </a:p>
        </p:txBody>
      </p:sp>
      <p:sp>
        <p:nvSpPr>
          <p:cNvPr id="3" name="Text Placeholder 2">
            <a:extLst>
              <a:ext uri="{FF2B5EF4-FFF2-40B4-BE49-F238E27FC236}">
                <a16:creationId xmlns:a16="http://schemas.microsoft.com/office/drawing/2014/main" id="{B2C0ED63-F713-FC10-000E-5062497EACB5}"/>
              </a:ext>
            </a:extLst>
          </p:cNvPr>
          <p:cNvSpPr>
            <a:spLocks noGrp="1"/>
          </p:cNvSpPr>
          <p:nvPr>
            <p:ph type="body" idx="1"/>
          </p:nvPr>
        </p:nvSpPr>
        <p:spPr/>
        <p:txBody>
          <a:bodyPr/>
          <a:lstStyle/>
          <a:p>
            <a:r>
              <a:rPr lang="en-US" dirty="0"/>
              <a:t>Keep going!</a:t>
            </a:r>
          </a:p>
        </p:txBody>
      </p:sp>
    </p:spTree>
    <p:extLst>
      <p:ext uri="{BB962C8B-B14F-4D97-AF65-F5344CB8AC3E}">
        <p14:creationId xmlns:p14="http://schemas.microsoft.com/office/powerpoint/2010/main" val="14302778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wsv6j747jbkfketk4bgdpwye38ufrx"/>
</p:tagLst>
</file>

<file path=ppt/theme/theme1.xml><?xml version="1.0" encoding="utf-8"?>
<a:theme xmlns:a="http://schemas.openxmlformats.org/drawingml/2006/main" name="Office Theme">
  <a:themeElements>
    <a:clrScheme name="Nord">
      <a:dk1>
        <a:srgbClr val="2D3440"/>
      </a:dk1>
      <a:lt1>
        <a:srgbClr val="EBEFF4"/>
      </a:lt1>
      <a:dk2>
        <a:srgbClr val="3A4252"/>
      </a:dk2>
      <a:lt2>
        <a:srgbClr val="E5E9EF"/>
      </a:lt2>
      <a:accent1>
        <a:srgbClr val="5D80AB"/>
      </a:accent1>
      <a:accent2>
        <a:srgbClr val="BF606A"/>
      </a:accent2>
      <a:accent3>
        <a:srgbClr val="8EBCBA"/>
      </a:accent3>
      <a:accent4>
        <a:srgbClr val="87C0D0"/>
      </a:accent4>
      <a:accent5>
        <a:srgbClr val="B48DAC"/>
      </a:accent5>
      <a:accent6>
        <a:srgbClr val="A2BD8C"/>
      </a:accent6>
      <a:hlink>
        <a:srgbClr val="80A0C0"/>
      </a:hlink>
      <a:folHlink>
        <a:srgbClr val="D0866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90F36C69-3480-5A4C-AA14-AD29CC56A6BB}" vid="{F619BD21-CB46-FA44-959B-59A9056C27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5372</TotalTime>
  <Words>1963</Words>
  <Application>Microsoft Macintosh PowerPoint</Application>
  <PresentationFormat>Widescreen</PresentationFormat>
  <Paragraphs>208</Paragraphs>
  <Slides>20</Slides>
  <Notes>4</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Aptos Display</vt:lpstr>
      <vt:lpstr>Arial</vt:lpstr>
      <vt:lpstr>Courier New</vt:lpstr>
      <vt:lpstr>Ravie</vt:lpstr>
      <vt:lpstr>Wingdings</vt:lpstr>
      <vt:lpstr>Office Theme</vt:lpstr>
      <vt:lpstr>UI Design Principles</vt:lpstr>
      <vt:lpstr>Announcements</vt:lpstr>
      <vt:lpstr>User interface design principles</vt:lpstr>
      <vt:lpstr>UI Design Example</vt:lpstr>
      <vt:lpstr>PowerPoint Presentation</vt:lpstr>
      <vt:lpstr>Short-term vs. long-term memory</vt:lpstr>
      <vt:lpstr>Dual Process Theory</vt:lpstr>
      <vt:lpstr>PowerPoint Presentation</vt:lpstr>
      <vt:lpstr>PowerPoint Presentation</vt:lpstr>
      <vt:lpstr>UI design in review</vt:lpstr>
      <vt:lpstr>Gestalt Principles</vt:lpstr>
      <vt:lpstr>"Reading is Unnatural"</vt:lpstr>
      <vt:lpstr>Activity: Gestalt in VSCode</vt:lpstr>
      <vt:lpstr>Fitts's law</vt:lpstr>
      <vt:lpstr>Responsiveness</vt:lpstr>
      <vt:lpstr>Multitasking</vt:lpstr>
      <vt:lpstr>Cognitive biases</vt:lpstr>
      <vt:lpstr>Loss aversion/the four-fold pattern </vt:lpstr>
      <vt:lpstr>The framing effect</vt:lpstr>
      <vt:lpstr>Group Work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Osera, Peter-Michael</dc:creator>
  <cp:lastModifiedBy>Osera, Peter-Michael</cp:lastModifiedBy>
  <cp:revision>239</cp:revision>
  <dcterms:created xsi:type="dcterms:W3CDTF">2025-08-29T09:17:30Z</dcterms:created>
  <dcterms:modified xsi:type="dcterms:W3CDTF">2026-03-25T14:05:08Z</dcterms:modified>
</cp:coreProperties>
</file>